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handoutMasterIdLst>
    <p:handoutMasterId r:id="rId39"/>
  </p:handoutMasterIdLst>
  <p:sldIdLst>
    <p:sldId id="293" r:id="rId2"/>
    <p:sldId id="260" r:id="rId3"/>
    <p:sldId id="261" r:id="rId4"/>
    <p:sldId id="258" r:id="rId5"/>
    <p:sldId id="266" r:id="rId6"/>
    <p:sldId id="263" r:id="rId7"/>
    <p:sldId id="279" r:id="rId8"/>
    <p:sldId id="264" r:id="rId9"/>
    <p:sldId id="267" r:id="rId10"/>
    <p:sldId id="262" r:id="rId11"/>
    <p:sldId id="272" r:id="rId12"/>
    <p:sldId id="268" r:id="rId13"/>
    <p:sldId id="269" r:id="rId14"/>
    <p:sldId id="270" r:id="rId15"/>
    <p:sldId id="259" r:id="rId16"/>
    <p:sldId id="294" r:id="rId17"/>
    <p:sldId id="271" r:id="rId18"/>
    <p:sldId id="275" r:id="rId19"/>
    <p:sldId id="274" r:id="rId20"/>
    <p:sldId id="278" r:id="rId21"/>
    <p:sldId id="277" r:id="rId22"/>
    <p:sldId id="280" r:id="rId23"/>
    <p:sldId id="295" r:id="rId24"/>
    <p:sldId id="281" r:id="rId25"/>
    <p:sldId id="284" r:id="rId26"/>
    <p:sldId id="286" r:id="rId27"/>
    <p:sldId id="283" r:id="rId28"/>
    <p:sldId id="287" r:id="rId29"/>
    <p:sldId id="288" r:id="rId30"/>
    <p:sldId id="285" r:id="rId31"/>
    <p:sldId id="289" r:id="rId32"/>
    <p:sldId id="290" r:id="rId33"/>
    <p:sldId id="291" r:id="rId34"/>
    <p:sldId id="292" r:id="rId35"/>
    <p:sldId id="256" r:id="rId36"/>
    <p:sldId id="257" r:id="rId37"/>
  </p:sldIdLst>
  <p:sldSz cx="12192000" cy="6858000"/>
  <p:notesSz cx="6797675" cy="9926638"/>
  <p:defaultTextStyle>
    <a:defPPr>
      <a:defRPr lang="nl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976B74F-9EFF-4183-BEF4-2130359E51FB}" v="148" dt="2025-12-02T22:18:33.3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5882" autoAdjust="0"/>
  </p:normalViewPr>
  <p:slideViewPr>
    <p:cSldViewPr snapToGrid="0">
      <p:cViewPr varScale="1">
        <p:scale>
          <a:sx n="59" d="100"/>
          <a:sy n="59" d="100"/>
        </p:scale>
        <p:origin x="1541" y="2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45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ppe Santens" userId="1edaf4ba-fb44-4258-be5f-f97b6fe560e9" providerId="ADAL" clId="{43F4BF15-5426-41BA-815C-FC2679275CF5}"/>
    <pc:docChg chg="undo redo custSel addSld delSld modSld sldOrd modNotesMaster modHandout">
      <pc:chgData name="Seppe Santens" userId="1edaf4ba-fb44-4258-be5f-f97b6fe560e9" providerId="ADAL" clId="{43F4BF15-5426-41BA-815C-FC2679275CF5}" dt="2025-12-02T22:28:42.792" v="3080"/>
      <pc:docMkLst>
        <pc:docMk/>
      </pc:docMkLst>
      <pc:sldChg chg="modSp mod">
        <pc:chgData name="Seppe Santens" userId="1edaf4ba-fb44-4258-be5f-f97b6fe560e9" providerId="ADAL" clId="{43F4BF15-5426-41BA-815C-FC2679275CF5}" dt="2025-12-02T22:14:43.981" v="3065" actId="404"/>
        <pc:sldMkLst>
          <pc:docMk/>
          <pc:sldMk cId="3892798872" sldId="257"/>
        </pc:sldMkLst>
        <pc:spChg chg="mod">
          <ac:chgData name="Seppe Santens" userId="1edaf4ba-fb44-4258-be5f-f97b6fe560e9" providerId="ADAL" clId="{43F4BF15-5426-41BA-815C-FC2679275CF5}" dt="2025-12-02T22:14:43.981" v="3065" actId="404"/>
          <ac:spMkLst>
            <pc:docMk/>
            <pc:sldMk cId="3892798872" sldId="257"/>
            <ac:spMk id="3" creationId="{A2502076-DE83-50FB-7B01-64A71E170611}"/>
          </ac:spMkLst>
        </pc:spChg>
        <pc:spChg chg="mod">
          <ac:chgData name="Seppe Santens" userId="1edaf4ba-fb44-4258-be5f-f97b6fe560e9" providerId="ADAL" clId="{43F4BF15-5426-41BA-815C-FC2679275CF5}" dt="2025-12-02T19:05:57.058" v="2833" actId="1036"/>
          <ac:spMkLst>
            <pc:docMk/>
            <pc:sldMk cId="3892798872" sldId="257"/>
            <ac:spMk id="4" creationId="{57070471-0010-466C-D256-EB99236B72E2}"/>
          </ac:spMkLst>
        </pc:spChg>
      </pc:sldChg>
      <pc:sldChg chg="addSp delSp modSp mod">
        <pc:chgData name="Seppe Santens" userId="1edaf4ba-fb44-4258-be5f-f97b6fe560e9" providerId="ADAL" clId="{43F4BF15-5426-41BA-815C-FC2679275CF5}" dt="2025-11-30T14:33:44.314" v="1952" actId="1035"/>
        <pc:sldMkLst>
          <pc:docMk/>
          <pc:sldMk cId="866888087" sldId="258"/>
        </pc:sldMkLst>
        <pc:spChg chg="add mod">
          <ac:chgData name="Seppe Santens" userId="1edaf4ba-fb44-4258-be5f-f97b6fe560e9" providerId="ADAL" clId="{43F4BF15-5426-41BA-815C-FC2679275CF5}" dt="2025-11-30T14:33:44.314" v="1952" actId="1035"/>
          <ac:spMkLst>
            <pc:docMk/>
            <pc:sldMk cId="866888087" sldId="258"/>
            <ac:spMk id="4" creationId="{1CBAFDC0-4AE3-C22D-556C-1707A98F55C6}"/>
          </ac:spMkLst>
        </pc:spChg>
        <pc:spChg chg="add mod">
          <ac:chgData name="Seppe Santens" userId="1edaf4ba-fb44-4258-be5f-f97b6fe560e9" providerId="ADAL" clId="{43F4BF15-5426-41BA-815C-FC2679275CF5}" dt="2025-11-30T14:33:44.314" v="1952" actId="1035"/>
          <ac:spMkLst>
            <pc:docMk/>
            <pc:sldMk cId="866888087" sldId="258"/>
            <ac:spMk id="5" creationId="{638D5DE6-497B-A9A9-8E9D-0ACA5DD26394}"/>
          </ac:spMkLst>
        </pc:spChg>
      </pc:sldChg>
      <pc:sldChg chg="modSp add mod modAnim">
        <pc:chgData name="Seppe Santens" userId="1edaf4ba-fb44-4258-be5f-f97b6fe560e9" providerId="ADAL" clId="{43F4BF15-5426-41BA-815C-FC2679275CF5}" dt="2025-12-02T22:11:39.866" v="3044"/>
        <pc:sldMkLst>
          <pc:docMk/>
          <pc:sldMk cId="2216806596" sldId="259"/>
        </pc:sldMkLst>
        <pc:spChg chg="mod">
          <ac:chgData name="Seppe Santens" userId="1edaf4ba-fb44-4258-be5f-f97b6fe560e9" providerId="ADAL" clId="{43F4BF15-5426-41BA-815C-FC2679275CF5}" dt="2025-12-02T22:11:04.910" v="3040"/>
          <ac:spMkLst>
            <pc:docMk/>
            <pc:sldMk cId="2216806596" sldId="259"/>
            <ac:spMk id="4" creationId="{51B18F35-FE30-5BF7-07CD-E561969AE42F}"/>
          </ac:spMkLst>
        </pc:spChg>
        <pc:spChg chg="mod">
          <ac:chgData name="Seppe Santens" userId="1edaf4ba-fb44-4258-be5f-f97b6fe560e9" providerId="ADAL" clId="{43F4BF15-5426-41BA-815C-FC2679275CF5}" dt="2025-11-30T14:33:36.163" v="1942" actId="1035"/>
          <ac:spMkLst>
            <pc:docMk/>
            <pc:sldMk cId="2216806596" sldId="259"/>
            <ac:spMk id="5" creationId="{11340929-4C81-3607-56CB-1268C03D7B7E}"/>
          </ac:spMkLst>
        </pc:spChg>
      </pc:sldChg>
      <pc:sldChg chg="addSp delSp modSp add mod modAnim">
        <pc:chgData name="Seppe Santens" userId="1edaf4ba-fb44-4258-be5f-f97b6fe560e9" providerId="ADAL" clId="{43F4BF15-5426-41BA-815C-FC2679275CF5}" dt="2025-11-29T18:46:27.471" v="378" actId="478"/>
        <pc:sldMkLst>
          <pc:docMk/>
          <pc:sldMk cId="3163672388" sldId="260"/>
        </pc:sldMkLst>
        <pc:spChg chg="mod">
          <ac:chgData name="Seppe Santens" userId="1edaf4ba-fb44-4258-be5f-f97b6fe560e9" providerId="ADAL" clId="{43F4BF15-5426-41BA-815C-FC2679275CF5}" dt="2025-11-29T18:42:07.164" v="356" actId="20577"/>
          <ac:spMkLst>
            <pc:docMk/>
            <pc:sldMk cId="3163672388" sldId="260"/>
            <ac:spMk id="5" creationId="{E1D9AE76-AA7B-2907-BC9A-34DC3C887BE9}"/>
          </ac:spMkLst>
        </pc:spChg>
        <pc:picChg chg="add mod">
          <ac:chgData name="Seppe Santens" userId="1edaf4ba-fb44-4258-be5f-f97b6fe560e9" providerId="ADAL" clId="{43F4BF15-5426-41BA-815C-FC2679275CF5}" dt="2025-11-29T18:46:23.518" v="377" actId="1076"/>
          <ac:picMkLst>
            <pc:docMk/>
            <pc:sldMk cId="3163672388" sldId="260"/>
            <ac:picMk id="2" creationId="{E8A50652-70AF-D22B-73B4-A60B521BFCCB}"/>
          </ac:picMkLst>
        </pc:picChg>
      </pc:sldChg>
      <pc:sldChg chg="modNotesTx">
        <pc:chgData name="Seppe Santens" userId="1edaf4ba-fb44-4258-be5f-f97b6fe560e9" providerId="ADAL" clId="{43F4BF15-5426-41BA-815C-FC2679275CF5}" dt="2025-11-30T14:13:28.278" v="1566" actId="20577"/>
        <pc:sldMkLst>
          <pc:docMk/>
          <pc:sldMk cId="1734623366" sldId="261"/>
        </pc:sldMkLst>
      </pc:sldChg>
      <pc:sldChg chg="ord">
        <pc:chgData name="Seppe Santens" userId="1edaf4ba-fb44-4258-be5f-f97b6fe560e9" providerId="ADAL" clId="{43F4BF15-5426-41BA-815C-FC2679275CF5}" dt="2025-11-30T14:11:18.739" v="1289"/>
        <pc:sldMkLst>
          <pc:docMk/>
          <pc:sldMk cId="2999223344" sldId="262"/>
        </pc:sldMkLst>
      </pc:sldChg>
      <pc:sldChg chg="addSp delSp new mod modNotesTx">
        <pc:chgData name="Seppe Santens" userId="1edaf4ba-fb44-4258-be5f-f97b6fe560e9" providerId="ADAL" clId="{43F4BF15-5426-41BA-815C-FC2679275CF5}" dt="2025-11-30T13:49:00.185" v="955" actId="20577"/>
        <pc:sldMkLst>
          <pc:docMk/>
          <pc:sldMk cId="4103622605" sldId="263"/>
        </pc:sldMkLst>
        <pc:picChg chg="add">
          <ac:chgData name="Seppe Santens" userId="1edaf4ba-fb44-4258-be5f-f97b6fe560e9" providerId="ADAL" clId="{43F4BF15-5426-41BA-815C-FC2679275CF5}" dt="2025-11-30T13:23:30.783" v="381" actId="22"/>
          <ac:picMkLst>
            <pc:docMk/>
            <pc:sldMk cId="4103622605" sldId="263"/>
            <ac:picMk id="5" creationId="{7284D16D-E94A-AE9B-B2FB-F9902771FE38}"/>
          </ac:picMkLst>
        </pc:picChg>
      </pc:sldChg>
      <pc:sldChg chg="addSp modSp add mod modNotesTx">
        <pc:chgData name="Seppe Santens" userId="1edaf4ba-fb44-4258-be5f-f97b6fe560e9" providerId="ADAL" clId="{43F4BF15-5426-41BA-815C-FC2679275CF5}" dt="2025-11-30T13:49:29.590" v="1075" actId="20577"/>
        <pc:sldMkLst>
          <pc:docMk/>
          <pc:sldMk cId="1447264468" sldId="264"/>
        </pc:sldMkLst>
        <pc:grpChg chg="add mod">
          <ac:chgData name="Seppe Santens" userId="1edaf4ba-fb44-4258-be5f-f97b6fe560e9" providerId="ADAL" clId="{43F4BF15-5426-41BA-815C-FC2679275CF5}" dt="2025-11-30T13:26:28.688" v="395" actId="1076"/>
          <ac:grpSpMkLst>
            <pc:docMk/>
            <pc:sldMk cId="1447264468" sldId="264"/>
            <ac:grpSpMk id="9" creationId="{AA9A509D-C640-535E-EA5A-A869BE94CF7F}"/>
          </ac:grpSpMkLst>
        </pc:grpChg>
        <pc:picChg chg="add mod">
          <ac:chgData name="Seppe Santens" userId="1edaf4ba-fb44-4258-be5f-f97b6fe560e9" providerId="ADAL" clId="{43F4BF15-5426-41BA-815C-FC2679275CF5}" dt="2025-11-30T13:26:26.091" v="394" actId="164"/>
          <ac:picMkLst>
            <pc:docMk/>
            <pc:sldMk cId="1447264468" sldId="264"/>
            <ac:picMk id="3" creationId="{BD320C49-F532-EB89-2736-10325430470F}"/>
          </ac:picMkLst>
        </pc:picChg>
        <pc:picChg chg="mod">
          <ac:chgData name="Seppe Santens" userId="1edaf4ba-fb44-4258-be5f-f97b6fe560e9" providerId="ADAL" clId="{43F4BF15-5426-41BA-815C-FC2679275CF5}" dt="2025-11-30T13:26:26.091" v="394" actId="164"/>
          <ac:picMkLst>
            <pc:docMk/>
            <pc:sldMk cId="1447264468" sldId="264"/>
            <ac:picMk id="5" creationId="{6EEA0395-31BA-6F3D-AD18-AF8C6BC45F9E}"/>
          </ac:picMkLst>
        </pc:picChg>
        <pc:picChg chg="add mod">
          <ac:chgData name="Seppe Santens" userId="1edaf4ba-fb44-4258-be5f-f97b6fe560e9" providerId="ADAL" clId="{43F4BF15-5426-41BA-815C-FC2679275CF5}" dt="2025-11-30T13:26:26.091" v="394" actId="164"/>
          <ac:picMkLst>
            <pc:docMk/>
            <pc:sldMk cId="1447264468" sldId="264"/>
            <ac:picMk id="6" creationId="{AAC0E3C4-E9C4-062F-FB80-68AEDB2A93DE}"/>
          </ac:picMkLst>
        </pc:picChg>
        <pc:picChg chg="add mod">
          <ac:chgData name="Seppe Santens" userId="1edaf4ba-fb44-4258-be5f-f97b6fe560e9" providerId="ADAL" clId="{43F4BF15-5426-41BA-815C-FC2679275CF5}" dt="2025-11-30T13:26:26.091" v="394" actId="164"/>
          <ac:picMkLst>
            <pc:docMk/>
            <pc:sldMk cId="1447264468" sldId="264"/>
            <ac:picMk id="8" creationId="{62EA0959-9FCB-9B26-D291-8FC035FC32A1}"/>
          </ac:picMkLst>
        </pc:picChg>
      </pc:sldChg>
      <pc:sldChg chg="addSp delSp modSp add del mod">
        <pc:chgData name="Seppe Santens" userId="1edaf4ba-fb44-4258-be5f-f97b6fe560e9" providerId="ADAL" clId="{43F4BF15-5426-41BA-815C-FC2679275CF5}" dt="2025-11-30T13:36:37.505" v="665" actId="47"/>
        <pc:sldMkLst>
          <pc:docMk/>
          <pc:sldMk cId="672552662" sldId="265"/>
        </pc:sldMkLst>
      </pc:sldChg>
      <pc:sldChg chg="modSp add mod ord">
        <pc:chgData name="Seppe Santens" userId="1edaf4ba-fb44-4258-be5f-f97b6fe560e9" providerId="ADAL" clId="{43F4BF15-5426-41BA-815C-FC2679275CF5}" dt="2025-11-30T14:33:50.532" v="1962" actId="1035"/>
        <pc:sldMkLst>
          <pc:docMk/>
          <pc:sldMk cId="4284700053" sldId="266"/>
        </pc:sldMkLst>
        <pc:spChg chg="mod">
          <ac:chgData name="Seppe Santens" userId="1edaf4ba-fb44-4258-be5f-f97b6fe560e9" providerId="ADAL" clId="{43F4BF15-5426-41BA-815C-FC2679275CF5}" dt="2025-11-30T14:33:50.532" v="1962" actId="1035"/>
          <ac:spMkLst>
            <pc:docMk/>
            <pc:sldMk cId="4284700053" sldId="266"/>
            <ac:spMk id="4" creationId="{9DCEA019-590F-1E2C-D0F3-48DED67F0719}"/>
          </ac:spMkLst>
        </pc:spChg>
        <pc:spChg chg="mod">
          <ac:chgData name="Seppe Santens" userId="1edaf4ba-fb44-4258-be5f-f97b6fe560e9" providerId="ADAL" clId="{43F4BF15-5426-41BA-815C-FC2679275CF5}" dt="2025-11-30T14:33:50.532" v="1962" actId="1035"/>
          <ac:spMkLst>
            <pc:docMk/>
            <pc:sldMk cId="4284700053" sldId="266"/>
            <ac:spMk id="5" creationId="{B6CA50B1-18CA-0305-1899-AC0CFA9D3250}"/>
          </ac:spMkLst>
        </pc:spChg>
      </pc:sldChg>
      <pc:sldChg chg="new del">
        <pc:chgData name="Seppe Santens" userId="1edaf4ba-fb44-4258-be5f-f97b6fe560e9" providerId="ADAL" clId="{43F4BF15-5426-41BA-815C-FC2679275CF5}" dt="2025-11-30T13:36:16.976" v="660" actId="680"/>
        <pc:sldMkLst>
          <pc:docMk/>
          <pc:sldMk cId="1758775690" sldId="267"/>
        </pc:sldMkLst>
      </pc:sldChg>
      <pc:sldChg chg="addSp delSp modSp add mod modNotesTx">
        <pc:chgData name="Seppe Santens" userId="1edaf4ba-fb44-4258-be5f-f97b6fe560e9" providerId="ADAL" clId="{43F4BF15-5426-41BA-815C-FC2679275CF5}" dt="2025-11-30T14:07:20.370" v="1225" actId="732"/>
        <pc:sldMkLst>
          <pc:docMk/>
          <pc:sldMk cId="3951527401" sldId="267"/>
        </pc:sldMkLst>
        <pc:picChg chg="add mod">
          <ac:chgData name="Seppe Santens" userId="1edaf4ba-fb44-4258-be5f-f97b6fe560e9" providerId="ADAL" clId="{43F4BF15-5426-41BA-815C-FC2679275CF5}" dt="2025-11-30T14:07:08.744" v="1224" actId="1076"/>
          <ac:picMkLst>
            <pc:docMk/>
            <pc:sldMk cId="3951527401" sldId="267"/>
            <ac:picMk id="3" creationId="{588F5448-E3B9-65D3-2B01-1ECC3184C150}"/>
          </ac:picMkLst>
        </pc:picChg>
        <pc:picChg chg="add mod ord modCrop">
          <ac:chgData name="Seppe Santens" userId="1edaf4ba-fb44-4258-be5f-f97b6fe560e9" providerId="ADAL" clId="{43F4BF15-5426-41BA-815C-FC2679275CF5}" dt="2025-11-30T14:07:20.370" v="1225" actId="732"/>
          <ac:picMkLst>
            <pc:docMk/>
            <pc:sldMk cId="3951527401" sldId="267"/>
            <ac:picMk id="9" creationId="{DEA62015-BE4F-E145-9720-6FB253F11BA6}"/>
          </ac:picMkLst>
        </pc:picChg>
      </pc:sldChg>
      <pc:sldChg chg="add del">
        <pc:chgData name="Seppe Santens" userId="1edaf4ba-fb44-4258-be5f-f97b6fe560e9" providerId="ADAL" clId="{43F4BF15-5426-41BA-815C-FC2679275CF5}" dt="2025-11-30T13:49:09.684" v="957"/>
        <pc:sldMkLst>
          <pc:docMk/>
          <pc:sldMk cId="2122448009" sldId="268"/>
        </pc:sldMkLst>
      </pc:sldChg>
      <pc:sldChg chg="addSp delSp modSp new mod modNotesTx">
        <pc:chgData name="Seppe Santens" userId="1edaf4ba-fb44-4258-be5f-f97b6fe560e9" providerId="ADAL" clId="{43F4BF15-5426-41BA-815C-FC2679275CF5}" dt="2025-11-30T14:32:48.951" v="1932" actId="20577"/>
        <pc:sldMkLst>
          <pc:docMk/>
          <pc:sldMk cId="2713193653" sldId="268"/>
        </pc:sldMkLst>
        <pc:picChg chg="add mod modCrop">
          <ac:chgData name="Seppe Santens" userId="1edaf4ba-fb44-4258-be5f-f97b6fe560e9" providerId="ADAL" clId="{43F4BF15-5426-41BA-815C-FC2679275CF5}" dt="2025-11-30T14:20:20.793" v="1627" actId="732"/>
          <ac:picMkLst>
            <pc:docMk/>
            <pc:sldMk cId="2713193653" sldId="268"/>
            <ac:picMk id="5" creationId="{49B9BBF9-E527-5863-6AA9-7E4993F9BE59}"/>
          </ac:picMkLst>
        </pc:picChg>
      </pc:sldChg>
      <pc:sldChg chg="addSp delSp modSp new mod">
        <pc:chgData name="Seppe Santens" userId="1edaf4ba-fb44-4258-be5f-f97b6fe560e9" providerId="ADAL" clId="{43F4BF15-5426-41BA-815C-FC2679275CF5}" dt="2025-11-30T14:23:11.066" v="1683" actId="18131"/>
        <pc:sldMkLst>
          <pc:docMk/>
          <pc:sldMk cId="3860678323" sldId="269"/>
        </pc:sldMkLst>
        <pc:picChg chg="add mod modCrop">
          <ac:chgData name="Seppe Santens" userId="1edaf4ba-fb44-4258-be5f-f97b6fe560e9" providerId="ADAL" clId="{43F4BF15-5426-41BA-815C-FC2679275CF5}" dt="2025-11-30T14:23:11.066" v="1683" actId="18131"/>
          <ac:picMkLst>
            <pc:docMk/>
            <pc:sldMk cId="3860678323" sldId="269"/>
            <ac:picMk id="5" creationId="{4933DA66-F591-CAF2-EE02-907B75FE82F4}"/>
          </ac:picMkLst>
        </pc:picChg>
      </pc:sldChg>
      <pc:sldChg chg="addSp delSp new mod">
        <pc:chgData name="Seppe Santens" userId="1edaf4ba-fb44-4258-be5f-f97b6fe560e9" providerId="ADAL" clId="{43F4BF15-5426-41BA-815C-FC2679275CF5}" dt="2025-11-30T14:25:04.269" v="1686" actId="22"/>
        <pc:sldMkLst>
          <pc:docMk/>
          <pc:sldMk cId="3518909149" sldId="270"/>
        </pc:sldMkLst>
        <pc:picChg chg="add">
          <ac:chgData name="Seppe Santens" userId="1edaf4ba-fb44-4258-be5f-f97b6fe560e9" providerId="ADAL" clId="{43F4BF15-5426-41BA-815C-FC2679275CF5}" dt="2025-11-30T14:25:04.269" v="1686" actId="22"/>
          <ac:picMkLst>
            <pc:docMk/>
            <pc:sldMk cId="3518909149" sldId="270"/>
            <ac:picMk id="5" creationId="{E2170EE8-C432-EDC6-B134-4BCCC2F90D94}"/>
          </ac:picMkLst>
        </pc:picChg>
      </pc:sldChg>
      <pc:sldChg chg="modSp add mod modAnim">
        <pc:chgData name="Seppe Santens" userId="1edaf4ba-fb44-4258-be5f-f97b6fe560e9" providerId="ADAL" clId="{43F4BF15-5426-41BA-815C-FC2679275CF5}" dt="2025-12-02T22:15:09.361" v="3067"/>
        <pc:sldMkLst>
          <pc:docMk/>
          <pc:sldMk cId="734188194" sldId="271"/>
        </pc:sldMkLst>
        <pc:spChg chg="mod">
          <ac:chgData name="Seppe Santens" userId="1edaf4ba-fb44-4258-be5f-f97b6fe560e9" providerId="ADAL" clId="{43F4BF15-5426-41BA-815C-FC2679275CF5}" dt="2025-12-02T18:35:42.106" v="2529" actId="20577"/>
          <ac:spMkLst>
            <pc:docMk/>
            <pc:sldMk cId="734188194" sldId="271"/>
            <ac:spMk id="4" creationId="{E04C539A-FBE9-CD74-A649-AD5F9418EBAE}"/>
          </ac:spMkLst>
        </pc:spChg>
        <pc:spChg chg="mod">
          <ac:chgData name="Seppe Santens" userId="1edaf4ba-fb44-4258-be5f-f97b6fe560e9" providerId="ADAL" clId="{43F4BF15-5426-41BA-815C-FC2679275CF5}" dt="2025-11-30T14:40:14.765" v="2145" actId="403"/>
          <ac:spMkLst>
            <pc:docMk/>
            <pc:sldMk cId="734188194" sldId="271"/>
            <ac:spMk id="5" creationId="{FC451BBF-5809-C0B7-E0AB-4367DF1E2820}"/>
          </ac:spMkLst>
        </pc:spChg>
      </pc:sldChg>
      <pc:sldChg chg="addSp delSp modSp new mod modNotesTx">
        <pc:chgData name="Seppe Santens" userId="1edaf4ba-fb44-4258-be5f-f97b6fe560e9" providerId="ADAL" clId="{43F4BF15-5426-41BA-815C-FC2679275CF5}" dt="2025-11-30T14:57:35.894" v="2212" actId="20577"/>
        <pc:sldMkLst>
          <pc:docMk/>
          <pc:sldMk cId="510847833" sldId="272"/>
        </pc:sldMkLst>
        <pc:picChg chg="add mod modCrop">
          <ac:chgData name="Seppe Santens" userId="1edaf4ba-fb44-4258-be5f-f97b6fe560e9" providerId="ADAL" clId="{43F4BF15-5426-41BA-815C-FC2679275CF5}" dt="2025-11-30T14:53:27.090" v="2170" actId="1076"/>
          <ac:picMkLst>
            <pc:docMk/>
            <pc:sldMk cId="510847833" sldId="272"/>
            <ac:picMk id="5" creationId="{58F1F243-382C-5B3B-B2AF-389E04E52FDE}"/>
          </ac:picMkLst>
        </pc:picChg>
        <pc:picChg chg="add mod">
          <ac:chgData name="Seppe Santens" userId="1edaf4ba-fb44-4258-be5f-f97b6fe560e9" providerId="ADAL" clId="{43F4BF15-5426-41BA-815C-FC2679275CF5}" dt="2025-11-30T14:56:21.042" v="2179" actId="1076"/>
          <ac:picMkLst>
            <pc:docMk/>
            <pc:sldMk cId="510847833" sldId="272"/>
            <ac:picMk id="7" creationId="{AEADD88B-C7F5-3A74-FEAA-B56B47C8DBDE}"/>
          </ac:picMkLst>
        </pc:picChg>
        <pc:picChg chg="add mod">
          <ac:chgData name="Seppe Santens" userId="1edaf4ba-fb44-4258-be5f-f97b6fe560e9" providerId="ADAL" clId="{43F4BF15-5426-41BA-815C-FC2679275CF5}" dt="2025-11-30T14:53:21.434" v="2169" actId="1076"/>
          <ac:picMkLst>
            <pc:docMk/>
            <pc:sldMk cId="510847833" sldId="272"/>
            <ac:picMk id="8" creationId="{C45FFE6B-9D63-989B-E4F5-5C23FA29FCE9}"/>
          </ac:picMkLst>
        </pc:picChg>
        <pc:picChg chg="add mod modCrop">
          <ac:chgData name="Seppe Santens" userId="1edaf4ba-fb44-4258-be5f-f97b6fe560e9" providerId="ADAL" clId="{43F4BF15-5426-41BA-815C-FC2679275CF5}" dt="2025-11-30T14:57:17.731" v="2187" actId="1076"/>
          <ac:picMkLst>
            <pc:docMk/>
            <pc:sldMk cId="510847833" sldId="272"/>
            <ac:picMk id="10" creationId="{400B0A8B-BD39-FF0F-F366-3DCD3A96B6F7}"/>
          </ac:picMkLst>
        </pc:picChg>
      </pc:sldChg>
      <pc:sldChg chg="addSp delSp modSp new mod">
        <pc:chgData name="Seppe Santens" userId="1edaf4ba-fb44-4258-be5f-f97b6fe560e9" providerId="ADAL" clId="{43F4BF15-5426-41BA-815C-FC2679275CF5}" dt="2025-12-01T00:33:42.792" v="2412" actId="20577"/>
        <pc:sldMkLst>
          <pc:docMk/>
          <pc:sldMk cId="130146779" sldId="273"/>
        </pc:sldMkLst>
        <pc:spChg chg="del">
          <ac:chgData name="Seppe Santens" userId="1edaf4ba-fb44-4258-be5f-f97b6fe560e9" providerId="ADAL" clId="{43F4BF15-5426-41BA-815C-FC2679275CF5}" dt="2025-12-01T00:28:02.899" v="2214" actId="478"/>
          <ac:spMkLst>
            <pc:docMk/>
            <pc:sldMk cId="130146779" sldId="273"/>
            <ac:spMk id="2" creationId="{0E04F731-719F-97B7-2AD2-061A27766C95}"/>
          </ac:spMkLst>
        </pc:spChg>
        <pc:spChg chg="del">
          <ac:chgData name="Seppe Santens" userId="1edaf4ba-fb44-4258-be5f-f97b6fe560e9" providerId="ADAL" clId="{43F4BF15-5426-41BA-815C-FC2679275CF5}" dt="2025-12-01T00:28:02.899" v="2214" actId="478"/>
          <ac:spMkLst>
            <pc:docMk/>
            <pc:sldMk cId="130146779" sldId="273"/>
            <ac:spMk id="3" creationId="{6FF19436-0924-3CE8-520A-8D2C62163A36}"/>
          </ac:spMkLst>
        </pc:spChg>
        <pc:spChg chg="add mod">
          <ac:chgData name="Seppe Santens" userId="1edaf4ba-fb44-4258-be5f-f97b6fe560e9" providerId="ADAL" clId="{43F4BF15-5426-41BA-815C-FC2679275CF5}" dt="2025-12-01T00:33:42.792" v="2412" actId="20577"/>
          <ac:spMkLst>
            <pc:docMk/>
            <pc:sldMk cId="130146779" sldId="273"/>
            <ac:spMk id="4" creationId="{2BB73B62-BFCC-BB23-CEDB-C9B4C8A16A49}"/>
          </ac:spMkLst>
        </pc:spChg>
        <pc:spChg chg="add mod">
          <ac:chgData name="Seppe Santens" userId="1edaf4ba-fb44-4258-be5f-f97b6fe560e9" providerId="ADAL" clId="{43F4BF15-5426-41BA-815C-FC2679275CF5}" dt="2025-12-01T00:28:58.104" v="2258" actId="20577"/>
          <ac:spMkLst>
            <pc:docMk/>
            <pc:sldMk cId="130146779" sldId="273"/>
            <ac:spMk id="5" creationId="{A8E82D2B-4F08-FC17-C7EF-2B38F431B444}"/>
          </ac:spMkLst>
        </pc:spChg>
        <pc:picChg chg="add mod">
          <ac:chgData name="Seppe Santens" userId="1edaf4ba-fb44-4258-be5f-f97b6fe560e9" providerId="ADAL" clId="{43F4BF15-5426-41BA-815C-FC2679275CF5}" dt="2025-12-01T00:28:07.365" v="2216"/>
          <ac:picMkLst>
            <pc:docMk/>
            <pc:sldMk cId="130146779" sldId="273"/>
            <ac:picMk id="6" creationId="{CDEB1664-42E8-E419-D304-F657BD05A327}"/>
          </ac:picMkLst>
        </pc:picChg>
      </pc:sldChg>
      <pc:sldChg chg="addSp delSp modSp new mod ord modAnim">
        <pc:chgData name="Seppe Santens" userId="1edaf4ba-fb44-4258-be5f-f97b6fe560e9" providerId="ADAL" clId="{43F4BF15-5426-41BA-815C-FC2679275CF5}" dt="2025-12-02T22:28:42.792" v="3080"/>
        <pc:sldMkLst>
          <pc:docMk/>
          <pc:sldMk cId="1156865098" sldId="290"/>
        </pc:sldMkLst>
        <pc:spChg chg="del">
          <ac:chgData name="Seppe Santens" userId="1edaf4ba-fb44-4258-be5f-f97b6fe560e9" providerId="ADAL" clId="{43F4BF15-5426-41BA-815C-FC2679275CF5}" dt="2025-12-01T20:25:15.842" v="2414" actId="478"/>
          <ac:spMkLst>
            <pc:docMk/>
            <pc:sldMk cId="1156865098" sldId="290"/>
            <ac:spMk id="2" creationId="{0DD7454F-41E6-8730-AFC4-301F64423C13}"/>
          </ac:spMkLst>
        </pc:spChg>
        <pc:spChg chg="add del mod">
          <ac:chgData name="Seppe Santens" userId="1edaf4ba-fb44-4258-be5f-f97b6fe560e9" providerId="ADAL" clId="{43F4BF15-5426-41BA-815C-FC2679275CF5}" dt="2025-12-02T18:40:40.423" v="2532" actId="478"/>
          <ac:spMkLst>
            <pc:docMk/>
            <pc:sldMk cId="1156865098" sldId="290"/>
            <ac:spMk id="2" creationId="{8F1AFF5B-6E78-230B-A99A-FEC2C79BFBB6}"/>
          </ac:spMkLst>
        </pc:spChg>
        <pc:spChg chg="add mod">
          <ac:chgData name="Seppe Santens" userId="1edaf4ba-fb44-4258-be5f-f97b6fe560e9" providerId="ADAL" clId="{43F4BF15-5426-41BA-815C-FC2679275CF5}" dt="2025-12-02T18:53:12.689" v="2666" actId="1076"/>
          <ac:spMkLst>
            <pc:docMk/>
            <pc:sldMk cId="1156865098" sldId="290"/>
            <ac:spMk id="3" creationId="{5D0D7835-BAB7-9E9A-440E-6710CC10C033}"/>
          </ac:spMkLst>
        </pc:spChg>
        <pc:spChg chg="del">
          <ac:chgData name="Seppe Santens" userId="1edaf4ba-fb44-4258-be5f-f97b6fe560e9" providerId="ADAL" clId="{43F4BF15-5426-41BA-815C-FC2679275CF5}" dt="2025-12-01T20:25:15.842" v="2414" actId="478"/>
          <ac:spMkLst>
            <pc:docMk/>
            <pc:sldMk cId="1156865098" sldId="290"/>
            <ac:spMk id="3" creationId="{6D8DF060-B9CF-1720-921E-4B5E6E71FD2E}"/>
          </ac:spMkLst>
        </pc:spChg>
        <pc:grpChg chg="add del mod">
          <ac:chgData name="Seppe Santens" userId="1edaf4ba-fb44-4258-be5f-f97b6fe560e9" providerId="ADAL" clId="{43F4BF15-5426-41BA-815C-FC2679275CF5}" dt="2025-12-02T18:53:26.300" v="2667" actId="165"/>
          <ac:grpSpMkLst>
            <pc:docMk/>
            <pc:sldMk cId="1156865098" sldId="290"/>
            <ac:grpSpMk id="17" creationId="{54AB745B-A910-C79F-2C77-1ABFDF92923C}"/>
          </ac:grpSpMkLst>
        </pc:grpChg>
        <pc:picChg chg="add del">
          <ac:chgData name="Seppe Santens" userId="1edaf4ba-fb44-4258-be5f-f97b6fe560e9" providerId="ADAL" clId="{43F4BF15-5426-41BA-815C-FC2679275CF5}" dt="2025-12-02T18:40:37.542" v="2531" actId="478"/>
          <ac:picMkLst>
            <pc:docMk/>
            <pc:sldMk cId="1156865098" sldId="290"/>
            <ac:picMk id="5" creationId="{0DF23157-14B5-3514-2D70-9C4917C53600}"/>
          </ac:picMkLst>
        </pc:picChg>
        <pc:picChg chg="add mod topLvl">
          <ac:chgData name="Seppe Santens" userId="1edaf4ba-fb44-4258-be5f-f97b6fe560e9" providerId="ADAL" clId="{43F4BF15-5426-41BA-815C-FC2679275CF5}" dt="2025-12-02T18:53:26.300" v="2667" actId="165"/>
          <ac:picMkLst>
            <pc:docMk/>
            <pc:sldMk cId="1156865098" sldId="290"/>
            <ac:picMk id="6" creationId="{FF0DA9EE-CC94-A4CA-DFC9-39BD8D02C8EE}"/>
          </ac:picMkLst>
        </pc:picChg>
        <pc:picChg chg="add del mod">
          <ac:chgData name="Seppe Santens" userId="1edaf4ba-fb44-4258-be5f-f97b6fe560e9" providerId="ADAL" clId="{43F4BF15-5426-41BA-815C-FC2679275CF5}" dt="2025-12-02T18:40:40.423" v="2532" actId="478"/>
          <ac:picMkLst>
            <pc:docMk/>
            <pc:sldMk cId="1156865098" sldId="290"/>
            <ac:picMk id="10" creationId="{08DE053C-FB84-F8F1-26C9-53AD16A60434}"/>
          </ac:picMkLst>
        </pc:picChg>
        <pc:picChg chg="add del mod">
          <ac:chgData name="Seppe Santens" userId="1edaf4ba-fb44-4258-be5f-f97b6fe560e9" providerId="ADAL" clId="{43F4BF15-5426-41BA-815C-FC2679275CF5}" dt="2025-12-02T18:49:33.825" v="2596" actId="478"/>
          <ac:picMkLst>
            <pc:docMk/>
            <pc:sldMk cId="1156865098" sldId="290"/>
            <ac:picMk id="12" creationId="{61B137F0-E7DE-37EF-BC59-E24C25517010}"/>
          </ac:picMkLst>
        </pc:picChg>
        <pc:picChg chg="add mod topLvl">
          <ac:chgData name="Seppe Santens" userId="1edaf4ba-fb44-4258-be5f-f97b6fe560e9" providerId="ADAL" clId="{43F4BF15-5426-41BA-815C-FC2679275CF5}" dt="2025-12-02T18:53:26.300" v="2667" actId="165"/>
          <ac:picMkLst>
            <pc:docMk/>
            <pc:sldMk cId="1156865098" sldId="290"/>
            <ac:picMk id="14" creationId="{D3E605E5-C8E5-8004-B1DC-A12920E469B3}"/>
          </ac:picMkLst>
        </pc:picChg>
        <pc:picChg chg="add mod topLvl">
          <ac:chgData name="Seppe Santens" userId="1edaf4ba-fb44-4258-be5f-f97b6fe560e9" providerId="ADAL" clId="{43F4BF15-5426-41BA-815C-FC2679275CF5}" dt="2025-12-02T18:53:26.300" v="2667" actId="165"/>
          <ac:picMkLst>
            <pc:docMk/>
            <pc:sldMk cId="1156865098" sldId="290"/>
            <ac:picMk id="16" creationId="{0BE9D5BA-89F1-105C-9F19-4FD53978F115}"/>
          </ac:picMkLst>
        </pc:picChg>
        <pc:inkChg chg="add del">
          <ac:chgData name="Seppe Santens" userId="1edaf4ba-fb44-4258-be5f-f97b6fe560e9" providerId="ADAL" clId="{43F4BF15-5426-41BA-815C-FC2679275CF5}" dt="2025-12-01T20:25:25.948" v="2417"/>
          <ac:inkMkLst>
            <pc:docMk/>
            <pc:sldMk cId="1156865098" sldId="290"/>
            <ac:inkMk id="6" creationId="{C33A2C44-B020-FEAF-C7E1-6F9DC450836B}"/>
          </ac:inkMkLst>
        </pc:inkChg>
        <pc:inkChg chg="add del mod">
          <ac:chgData name="Seppe Santens" userId="1edaf4ba-fb44-4258-be5f-f97b6fe560e9" providerId="ADAL" clId="{43F4BF15-5426-41BA-815C-FC2679275CF5}" dt="2025-12-02T18:40:40.423" v="2532" actId="478"/>
          <ac:inkMkLst>
            <pc:docMk/>
            <pc:sldMk cId="1156865098" sldId="290"/>
            <ac:inkMk id="7" creationId="{053F433D-A5AE-2D41-7D0F-FFE8DCB7FEF8}"/>
          </ac:inkMkLst>
        </pc:inkChg>
        <pc:inkChg chg="add del">
          <ac:chgData name="Seppe Santens" userId="1edaf4ba-fb44-4258-be5f-f97b6fe560e9" providerId="ADAL" clId="{43F4BF15-5426-41BA-815C-FC2679275CF5}" dt="2025-12-02T18:40:40.423" v="2532" actId="478"/>
          <ac:inkMkLst>
            <pc:docMk/>
            <pc:sldMk cId="1156865098" sldId="290"/>
            <ac:inkMk id="8" creationId="{29243E0C-2AAF-C614-3D84-BA792A1587C4}"/>
          </ac:inkMkLst>
        </pc:inkChg>
        <pc:inkChg chg="add del">
          <ac:chgData name="Seppe Santens" userId="1edaf4ba-fb44-4258-be5f-f97b6fe560e9" providerId="ADAL" clId="{43F4BF15-5426-41BA-815C-FC2679275CF5}" dt="2025-12-02T18:40:40.423" v="2532" actId="478"/>
          <ac:inkMkLst>
            <pc:docMk/>
            <pc:sldMk cId="1156865098" sldId="290"/>
            <ac:inkMk id="9" creationId="{CABF072B-E19F-E959-4DD4-4579149FAC65}"/>
          </ac:inkMkLst>
        </pc:inkChg>
      </pc:sldChg>
      <pc:sldChg chg="addSp delSp modSp new mod ord">
        <pc:chgData name="Seppe Santens" userId="1edaf4ba-fb44-4258-be5f-f97b6fe560e9" providerId="ADAL" clId="{43F4BF15-5426-41BA-815C-FC2679275CF5}" dt="2025-12-02T22:28:29.096" v="3078"/>
        <pc:sldMkLst>
          <pc:docMk/>
          <pc:sldMk cId="748093047" sldId="291"/>
        </pc:sldMkLst>
        <pc:spChg chg="del">
          <ac:chgData name="Seppe Santens" userId="1edaf4ba-fb44-4258-be5f-f97b6fe560e9" providerId="ADAL" clId="{43F4BF15-5426-41BA-815C-FC2679275CF5}" dt="2025-12-02T09:34:48.105" v="2423" actId="478"/>
          <ac:spMkLst>
            <pc:docMk/>
            <pc:sldMk cId="748093047" sldId="291"/>
            <ac:spMk id="2" creationId="{C3E916C5-A2BA-C84C-6006-32B6145B7E2E}"/>
          </ac:spMkLst>
        </pc:spChg>
        <pc:spChg chg="del">
          <ac:chgData name="Seppe Santens" userId="1edaf4ba-fb44-4258-be5f-f97b6fe560e9" providerId="ADAL" clId="{43F4BF15-5426-41BA-815C-FC2679275CF5}" dt="2025-12-02T09:34:48.105" v="2423" actId="478"/>
          <ac:spMkLst>
            <pc:docMk/>
            <pc:sldMk cId="748093047" sldId="291"/>
            <ac:spMk id="3" creationId="{DEED067D-8B03-1CED-E162-6B74B1B743ED}"/>
          </ac:spMkLst>
        </pc:spChg>
        <pc:spChg chg="add mod">
          <ac:chgData name="Seppe Santens" userId="1edaf4ba-fb44-4258-be5f-f97b6fe560e9" providerId="ADAL" clId="{43F4BF15-5426-41BA-815C-FC2679275CF5}" dt="2025-12-02T10:00:07.856" v="2500"/>
          <ac:spMkLst>
            <pc:docMk/>
            <pc:sldMk cId="748093047" sldId="291"/>
            <ac:spMk id="4" creationId="{A0F92877-EDDE-0B33-2A61-0511310FEC0E}"/>
          </ac:spMkLst>
        </pc:spChg>
        <pc:spChg chg="add mod">
          <ac:chgData name="Seppe Santens" userId="1edaf4ba-fb44-4258-be5f-f97b6fe560e9" providerId="ADAL" clId="{43F4BF15-5426-41BA-815C-FC2679275CF5}" dt="2025-12-02T09:35:03.441" v="2459" actId="20577"/>
          <ac:spMkLst>
            <pc:docMk/>
            <pc:sldMk cId="748093047" sldId="291"/>
            <ac:spMk id="5" creationId="{161F33BF-B237-C4DB-56DE-B8C4A37A622F}"/>
          </ac:spMkLst>
        </pc:spChg>
      </pc:sldChg>
      <pc:sldChg chg="modSp add mod ord">
        <pc:chgData name="Seppe Santens" userId="1edaf4ba-fb44-4258-be5f-f97b6fe560e9" providerId="ADAL" clId="{43F4BF15-5426-41BA-815C-FC2679275CF5}" dt="2025-12-02T22:28:25.079" v="3076"/>
        <pc:sldMkLst>
          <pc:docMk/>
          <pc:sldMk cId="1085430902" sldId="292"/>
        </pc:sldMkLst>
        <pc:spChg chg="mod">
          <ac:chgData name="Seppe Santens" userId="1edaf4ba-fb44-4258-be5f-f97b6fe560e9" providerId="ADAL" clId="{43F4BF15-5426-41BA-815C-FC2679275CF5}" dt="2025-12-02T19:25:14.573" v="3013" actId="20577"/>
          <ac:spMkLst>
            <pc:docMk/>
            <pc:sldMk cId="1085430902" sldId="292"/>
            <ac:spMk id="4" creationId="{ABE61BF2-DD5B-5718-430C-321F08915DE6}"/>
          </ac:spMkLst>
        </pc:spChg>
        <pc:spChg chg="mod">
          <ac:chgData name="Seppe Santens" userId="1edaf4ba-fb44-4258-be5f-f97b6fe560e9" providerId="ADAL" clId="{43F4BF15-5426-41BA-815C-FC2679275CF5}" dt="2025-12-02T22:28:11.025" v="3074" actId="20577"/>
          <ac:spMkLst>
            <pc:docMk/>
            <pc:sldMk cId="1085430902" sldId="292"/>
            <ac:spMk id="5" creationId="{A2C1EEF9-B53D-8815-3ABA-973043693AD1}"/>
          </ac:spMkLst>
        </pc:spChg>
      </pc:sldChg>
      <pc:sldChg chg="addSp delSp modSp add mod">
        <pc:chgData name="Seppe Santens" userId="1edaf4ba-fb44-4258-be5f-f97b6fe560e9" providerId="ADAL" clId="{43F4BF15-5426-41BA-815C-FC2679275CF5}" dt="2025-12-02T20:12:15.091" v="3034" actId="20577"/>
        <pc:sldMkLst>
          <pc:docMk/>
          <pc:sldMk cId="1025406420" sldId="293"/>
        </pc:sldMkLst>
        <pc:spChg chg="add mod">
          <ac:chgData name="Seppe Santens" userId="1edaf4ba-fb44-4258-be5f-f97b6fe560e9" providerId="ADAL" clId="{43F4BF15-5426-41BA-815C-FC2679275CF5}" dt="2025-12-02T20:12:15.091" v="3034" actId="20577"/>
          <ac:spMkLst>
            <pc:docMk/>
            <pc:sldMk cId="1025406420" sldId="293"/>
            <ac:spMk id="3" creationId="{6E58809F-40EB-066C-3CBF-7865AB070569}"/>
          </ac:spMkLst>
        </pc:spChg>
        <pc:spChg chg="add mod">
          <ac:chgData name="Seppe Santens" userId="1edaf4ba-fb44-4258-be5f-f97b6fe560e9" providerId="ADAL" clId="{43F4BF15-5426-41BA-815C-FC2679275CF5}" dt="2025-12-02T20:11:56.911" v="3029" actId="20577"/>
          <ac:spMkLst>
            <pc:docMk/>
            <pc:sldMk cId="1025406420" sldId="293"/>
            <ac:spMk id="4" creationId="{93ABDA6B-BAD1-C640-C5F4-850FF2A3EAAB}"/>
          </ac:spMkLst>
        </pc:spChg>
        <pc:spChg chg="del">
          <ac:chgData name="Seppe Santens" userId="1edaf4ba-fb44-4258-be5f-f97b6fe560e9" providerId="ADAL" clId="{43F4BF15-5426-41BA-815C-FC2679275CF5}" dt="2025-12-02T20:11:53.073" v="3016" actId="478"/>
          <ac:spMkLst>
            <pc:docMk/>
            <pc:sldMk cId="1025406420" sldId="293"/>
            <ac:spMk id="5" creationId="{1D489095-CBC1-C867-FC5F-E4C7EC56539A}"/>
          </ac:spMkLst>
        </pc:spChg>
        <pc:picChg chg="del">
          <ac:chgData name="Seppe Santens" userId="1edaf4ba-fb44-4258-be5f-f97b6fe560e9" providerId="ADAL" clId="{43F4BF15-5426-41BA-815C-FC2679275CF5}" dt="2025-12-02T20:11:47.193" v="3015" actId="478"/>
          <ac:picMkLst>
            <pc:docMk/>
            <pc:sldMk cId="1025406420" sldId="293"/>
            <ac:picMk id="2" creationId="{290FD70A-1FA8-FBA0-4183-51897291FFE6}"/>
          </ac:picMkLst>
        </pc:picChg>
      </pc:sldChg>
      <pc:sldChg chg="addSp delSp modSp new mod">
        <pc:chgData name="Seppe Santens" userId="1edaf4ba-fb44-4258-be5f-f97b6fe560e9" providerId="ADAL" clId="{43F4BF15-5426-41BA-815C-FC2679275CF5}" dt="2025-12-02T22:13:59.261" v="3051" actId="14100"/>
        <pc:sldMkLst>
          <pc:docMk/>
          <pc:sldMk cId="3070609170" sldId="294"/>
        </pc:sldMkLst>
        <pc:spChg chg="del">
          <ac:chgData name="Seppe Santens" userId="1edaf4ba-fb44-4258-be5f-f97b6fe560e9" providerId="ADAL" clId="{43F4BF15-5426-41BA-815C-FC2679275CF5}" dt="2025-12-02T22:12:31.271" v="3046" actId="478"/>
          <ac:spMkLst>
            <pc:docMk/>
            <pc:sldMk cId="3070609170" sldId="294"/>
            <ac:spMk id="2" creationId="{42510C51-7ABE-10CC-AE3A-C68E34DC3770}"/>
          </ac:spMkLst>
        </pc:spChg>
        <pc:spChg chg="del">
          <ac:chgData name="Seppe Santens" userId="1edaf4ba-fb44-4258-be5f-f97b6fe560e9" providerId="ADAL" clId="{43F4BF15-5426-41BA-815C-FC2679275CF5}" dt="2025-12-02T22:12:31.271" v="3046" actId="478"/>
          <ac:spMkLst>
            <pc:docMk/>
            <pc:sldMk cId="3070609170" sldId="294"/>
            <ac:spMk id="3" creationId="{F30EB7D5-DFDD-0B06-1BAE-B670C55B9F4D}"/>
          </ac:spMkLst>
        </pc:spChg>
        <pc:picChg chg="add mod">
          <ac:chgData name="Seppe Santens" userId="1edaf4ba-fb44-4258-be5f-f97b6fe560e9" providerId="ADAL" clId="{43F4BF15-5426-41BA-815C-FC2679275CF5}" dt="2025-12-02T22:13:59.261" v="3051" actId="14100"/>
          <ac:picMkLst>
            <pc:docMk/>
            <pc:sldMk cId="3070609170" sldId="294"/>
            <ac:picMk id="5" creationId="{A4A62852-872E-59A0-1F66-AC8B480D7923}"/>
          </ac:picMkLst>
        </pc:picChg>
      </pc:sldChg>
      <pc:sldChg chg="delSp add mod">
        <pc:chgData name="Seppe Santens" userId="1edaf4ba-fb44-4258-be5f-f97b6fe560e9" providerId="ADAL" clId="{43F4BF15-5426-41BA-815C-FC2679275CF5}" dt="2025-12-02T22:18:38.760" v="3071" actId="478"/>
        <pc:sldMkLst>
          <pc:docMk/>
          <pc:sldMk cId="4294511997" sldId="295"/>
        </pc:sldMkLst>
        <pc:picChg chg="del">
          <ac:chgData name="Seppe Santens" userId="1edaf4ba-fb44-4258-be5f-f97b6fe560e9" providerId="ADAL" clId="{43F4BF15-5426-41BA-815C-FC2679275CF5}" dt="2025-12-02T22:18:37.338" v="3070" actId="478"/>
          <ac:picMkLst>
            <pc:docMk/>
            <pc:sldMk cId="4294511997" sldId="295"/>
            <ac:picMk id="12" creationId="{330328F5-8B65-4021-3243-3F9E5388C736}"/>
          </ac:picMkLst>
        </pc:picChg>
        <pc:inkChg chg="del">
          <ac:chgData name="Seppe Santens" userId="1edaf4ba-fb44-4258-be5f-f97b6fe560e9" providerId="ADAL" clId="{43F4BF15-5426-41BA-815C-FC2679275CF5}" dt="2025-12-02T22:18:36.046" v="3069" actId="478"/>
          <ac:inkMkLst>
            <pc:docMk/>
            <pc:sldMk cId="4294511997" sldId="295"/>
            <ac:inkMk id="7" creationId="{7EA9BDB8-1AC3-A459-A2D1-50FBC53286D1}"/>
          </ac:inkMkLst>
        </pc:inkChg>
        <pc:inkChg chg="del">
          <ac:chgData name="Seppe Santens" userId="1edaf4ba-fb44-4258-be5f-f97b6fe560e9" providerId="ADAL" clId="{43F4BF15-5426-41BA-815C-FC2679275CF5}" dt="2025-12-02T22:18:38.760" v="3071" actId="478"/>
          <ac:inkMkLst>
            <pc:docMk/>
            <pc:sldMk cId="4294511997" sldId="295"/>
            <ac:inkMk id="13" creationId="{7FEEB322-6D92-1057-39A5-914BBCA39F73}"/>
          </ac:inkMkLst>
        </pc:inkChg>
        <pc:inkChg chg="del">
          <ac:chgData name="Seppe Santens" userId="1edaf4ba-fb44-4258-be5f-f97b6fe560e9" providerId="ADAL" clId="{43F4BF15-5426-41BA-815C-FC2679275CF5}" dt="2025-12-02T22:18:38.760" v="3071" actId="478"/>
          <ac:inkMkLst>
            <pc:docMk/>
            <pc:sldMk cId="4294511997" sldId="295"/>
            <ac:inkMk id="14" creationId="{E5C4096C-6045-83B1-FD4D-590ED3F6CBC2}"/>
          </ac:inkMkLst>
        </pc:inkChg>
        <pc:inkChg chg="del">
          <ac:chgData name="Seppe Santens" userId="1edaf4ba-fb44-4258-be5f-f97b6fe560e9" providerId="ADAL" clId="{43F4BF15-5426-41BA-815C-FC2679275CF5}" dt="2025-12-02T22:18:38.760" v="3071" actId="478"/>
          <ac:inkMkLst>
            <pc:docMk/>
            <pc:sldMk cId="4294511997" sldId="295"/>
            <ac:inkMk id="15" creationId="{EFF09EB3-FCB8-74CA-EFD7-B51E228CBFF0}"/>
          </ac:inkMkLst>
        </pc:inkChg>
        <pc:inkChg chg="del">
          <ac:chgData name="Seppe Santens" userId="1edaf4ba-fb44-4258-be5f-f97b6fe560e9" providerId="ADAL" clId="{43F4BF15-5426-41BA-815C-FC2679275CF5}" dt="2025-12-02T22:18:38.760" v="3071" actId="478"/>
          <ac:inkMkLst>
            <pc:docMk/>
            <pc:sldMk cId="4294511997" sldId="295"/>
            <ac:inkMk id="16" creationId="{C34576F9-1220-F250-836F-FC0219C3883B}"/>
          </ac:inkMkLst>
        </pc:ink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>
            <a:extLst>
              <a:ext uri="{FF2B5EF4-FFF2-40B4-BE49-F238E27FC236}">
                <a16:creationId xmlns:a16="http://schemas.microsoft.com/office/drawing/2014/main" id="{D37307BF-A5D7-BB61-55F6-B49DB0DC33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6058" cy="49841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028C095F-3608-E5D4-3529-C76B9CCE522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0530" y="1"/>
            <a:ext cx="2946058" cy="49841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2CC8AF-002C-4F7E-BE0C-78DD980A0630}" type="datetimeFigureOut">
              <a:rPr lang="nl-BE" smtClean="0"/>
              <a:t>4/02/2026</a:t>
            </a:fld>
            <a:endParaRPr lang="nl-BE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1791B439-0197-80C1-EFA0-073A3BB00F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8220"/>
            <a:ext cx="2946058" cy="49841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001BB4DC-ED3E-4C39-7642-64E281D03B2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0530" y="9428220"/>
            <a:ext cx="2946058" cy="49841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BFDA37-9995-43BF-AFFC-B3D280DDF92B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791896680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1T17:55:57.71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2,'161'-1,"350"16,-109 11,2-27,-140-2,261 3,-486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1T18:04:07.55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1,'1540'0,"-1499"0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1T18:04:10.62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35,'4'-3,"0"1,0 0,0 0,1 0,-1 0,0 0,1 1,-1 0,1 0,0 0,8 0,0-1,44-5,1 3,67 2,116 18,-25-1,790-8,-570-10,-435 3,35 0,0 1,0 1,43 9,57 12,-43-8,9-2,0-5,124-5,-215-3,34-1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1T18:04:12.32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0,'13'0,"9"0,21 0,8 0,2 0,-2 0,-3 0,-4 0,3 0,6 0,0 0,-3 0,-4 0,-3 0,-9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1T18:04:13.97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1,'2586'0,"-2527"0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1T18:08:57.14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1,'4976'0,"-4942"0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1T18:09:00.35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0,'5295'0,"-5260"0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1T18:09:02.05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0,'4352'0,"-4144"17,-45-1,397-11,-372-7,-143 2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1T18:35:21.81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0,'1420'0,"-1374"0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1T18:35:24.36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1,'6'0,"8"0,20 0,23 0,14 0,26 0,21 0,15 0,10 0,-7 0,-3 0,2 0,-16 0,-11 0,-16 0,-18 6,-16 2,-17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1T18:35:25.34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0,'3485'0,"-3451"0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1T18:35:26.60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1,'3967'0,"-3915"0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1T18:35:28.34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1,'1788'0,"-1735"0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1T18:35:38.07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0,'5963'0,"-5024"50,-513-25,-365-25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1T18:55:10.05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0 112,'4434'0,"-4334"-3,133-20,95-37,-263 49,114-4,70 16,-169 0,-50-1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1T18:55:11.82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0,'178'11,"-32"0,636 5,93 5,284-6,-761-17,290 2,-648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1T18:56:46.08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2,'148'-1,"416"16,-18 50,-437-50,165 1,-240-16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1T18:56:47.31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1,'5308'0,"-5263"0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1T18:56:48.96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1 150,'113'0,"825"-28,-517-3,54-4,548-20,1142 58,-2125-3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1T19:02:12.429"/>
    </inkml:context>
    <inkml:brush xml:id="br0">
      <inkml:brushProperty name="width" value="0.3" units="cm"/>
      <inkml:brushProperty name="height" value="0.6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0,'7958'0,"-7919"0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1T18:55:10.05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0 112,'4434'0,"-4334"-3,133-20,95-37,-263 49,114-4,70 16,-169 0,-50-1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1T18:55:11.82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0,'178'11,"-32"0,636 5,93 5,284-6,-761-17,290 2,-648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1T19:02:39.529"/>
    </inkml:context>
    <inkml:brush xml:id="br0">
      <inkml:brushProperty name="width" value="0.3" units="cm"/>
      <inkml:brushProperty name="height" value="0.6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0,'6967'0,"-6934"0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1T19:05:09.11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1,'1347'0,"-1315"0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1T19:05:13.91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0,'6035'0,"-5991"0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1T19:05:16.27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39,'187'1,"502"-16,-100-10,-4 26,-231 1,3601-2,-3925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1T19:05:19.55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0,'6042'0,"-5994"0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1T18:55:10.05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0 112,'4434'0,"-4334"-3,133-20,95-37,-263 49,114-4,70 16,-169 0,-50-1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1T18:55:11.82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0,'178'11,"-32"0,636 5,93 5,284-6,-761-17,290 2,-648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1T19:02:39.529"/>
    </inkml:context>
    <inkml:brush xml:id="br0">
      <inkml:brushProperty name="width" value="0.3" units="cm"/>
      <inkml:brushProperty name="height" value="0.6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0,'6967'0,"-6934"0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1T19:07:43.99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0,'1735'0,"-1666"3,69 12,37 2,84-15,-200-2,-28-1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1T19:07:45.24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0,'730'0,"-687"0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1T19:07:54.01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0,'2243'0,"-2207"0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1T19:07:56.21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1,'1019'0,"-997"1,1 2,-1 0,0 1,0 1,34 13,-23-5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1T18:27:21.31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1,'12'0,"23"0,23 0,34 0,19 0,21 0,8 0,9 0,12 0,8 0,1 0,-4 0,-24 0,-18 0,-24 0,-16 0,-17 0,-19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1T18:27:22.38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0,'6'0,"15"0,21 0,17 0,11 0,-1 0,-6 0,-7 0,-8 0,-5 0,-4 0,-2 0,-1 0,5 0,-5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1T18:27:26.87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0,'444'16,"-167"-4,185 9,69 2,-465-19,0 3,83 19,-35 3,-67-16,1-1,62 6,-67-15,-7-2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1T18:29:02.87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1,'19'1,"-1"0,31 8,20 2,739 5,-556-18,1220 2,-1437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1T18:29:04.53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72,'0'-7,"12"-1,10 0,15 1,6 2,14 3,4 0,4 1,-3-5,-5-2,-8 1,-4 1,-12 2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50444" y="0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414B6D-A33E-4F16-BAB5-227397E0B4E2}" type="datetimeFigureOut">
              <a:rPr lang="nl-BE" smtClean="0"/>
              <a:t>4/02/2026</a:t>
            </a:fld>
            <a:endParaRPr lang="nl-BE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425450" y="1243013"/>
            <a:ext cx="5946775" cy="3346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BE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79768" y="4777195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1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50444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91FDE1-1005-4F15-B84A-27A053415B6F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15412213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BE" dirty="0"/>
              <a:t>We zijn heel enthousiast over </a:t>
            </a:r>
            <a:r>
              <a:rPr lang="nl-BE" dirty="0" err="1"/>
              <a:t>OpenStreetMap</a:t>
            </a:r>
            <a:r>
              <a:rPr lang="nl-BE" dirty="0"/>
              <a:t>, het is vooral de bedoeling dat dat aanstekelijk werkt in plaats van af te schrikken.</a:t>
            </a:r>
          </a:p>
        </p:txBody>
      </p:sp>
    </p:spTree>
    <p:extLst>
      <p:ext uri="{BB962C8B-B14F-4D97-AF65-F5344CB8AC3E}">
        <p14:creationId xmlns:p14="http://schemas.microsoft.com/office/powerpoint/2010/main" val="25726323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BE" dirty="0"/>
              <a:t>Een kaart: OSM.org, met zoekfunctie, routering.</a:t>
            </a:r>
          </a:p>
        </p:txBody>
      </p:sp>
    </p:spTree>
    <p:extLst>
      <p:ext uri="{BB962C8B-B14F-4D97-AF65-F5344CB8AC3E}">
        <p14:creationId xmlns:p14="http://schemas.microsoft.com/office/powerpoint/2010/main" val="9342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BE" dirty="0"/>
              <a:t>Alle data staan in één grote dataset, er zijn geen lagen zoals bij GIS.</a:t>
            </a:r>
          </a:p>
          <a:p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41337202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BE" dirty="0"/>
              <a:t>De data kunnen gebruikt worden om verschillende kaartstijlen te maken.</a:t>
            </a:r>
          </a:p>
        </p:txBody>
      </p:sp>
    </p:spTree>
    <p:extLst>
      <p:ext uri="{BB962C8B-B14F-4D97-AF65-F5344CB8AC3E}">
        <p14:creationId xmlns:p14="http://schemas.microsoft.com/office/powerpoint/2010/main" val="42472384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B5610-90C5-CB66-C440-1939C97AD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FBE71DE1-56F2-2D39-5E32-CF7369473E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21BABD43-9DEA-B57F-F0B8-09DB797A79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BE" dirty="0"/>
              <a:t>Maar je kan ook specifieke data opvragen.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BE" dirty="0"/>
              <a:t>Laadpalen (blauwe cirkels) in de buurt van een frituur (rode cirkels).</a:t>
            </a:r>
          </a:p>
          <a:p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5703494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BE" dirty="0" err="1"/>
              <a:t>OpenStreetMap</a:t>
            </a:r>
            <a:r>
              <a:rPr lang="nl-BE" dirty="0"/>
              <a:t> is overal</a:t>
            </a:r>
          </a:p>
        </p:txBody>
      </p:sp>
    </p:spTree>
    <p:extLst>
      <p:ext uri="{BB962C8B-B14F-4D97-AF65-F5344CB8AC3E}">
        <p14:creationId xmlns:p14="http://schemas.microsoft.com/office/powerpoint/2010/main" val="31905807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BE" dirty="0"/>
              <a:t>OSM is ook een gemeenschap van </a:t>
            </a:r>
            <a:r>
              <a:rPr lang="nl-BE" dirty="0" err="1"/>
              <a:t>mappers</a:t>
            </a:r>
            <a:r>
              <a:rPr lang="nl-BE" dirty="0"/>
              <a:t>.</a:t>
            </a:r>
          </a:p>
          <a:p>
            <a:r>
              <a:rPr lang="nl-BE" dirty="0"/>
              <a:t>Enkele statistieken over de Belgische OSM community</a:t>
            </a:r>
          </a:p>
        </p:txBody>
      </p:sp>
    </p:spTree>
    <p:extLst>
      <p:ext uri="{BB962C8B-B14F-4D97-AF65-F5344CB8AC3E}">
        <p14:creationId xmlns:p14="http://schemas.microsoft.com/office/powerpoint/2010/main" val="42872465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BE" dirty="0"/>
              <a:t>We proberen niet enkel achter ons scherm te zitten, maar elkaar ook in het echt te ontmoeten.</a:t>
            </a:r>
          </a:p>
        </p:txBody>
      </p:sp>
    </p:spTree>
    <p:extLst>
      <p:ext uri="{BB962C8B-B14F-4D97-AF65-F5344CB8AC3E}">
        <p14:creationId xmlns:p14="http://schemas.microsoft.com/office/powerpoint/2010/main" val="1175233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BE" dirty="0"/>
              <a:t>Aarzel niet om ons te contacteren.</a:t>
            </a:r>
          </a:p>
        </p:txBody>
      </p:sp>
    </p:spTree>
    <p:extLst>
      <p:ext uri="{BB962C8B-B14F-4D97-AF65-F5344CB8AC3E}">
        <p14:creationId xmlns:p14="http://schemas.microsoft.com/office/powerpoint/2010/main" val="5721311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BE" dirty="0"/>
              <a:t>Wat volgt is een uitleg over hoe je nu zelf fietsinfrastructuur kan mappen.</a:t>
            </a:r>
          </a:p>
          <a:p>
            <a:r>
              <a:rPr lang="nl-BE" dirty="0"/>
              <a:t>Even checken of er tot nu toe vragen zijn.</a:t>
            </a:r>
          </a:p>
        </p:txBody>
      </p:sp>
    </p:spTree>
    <p:extLst>
      <p:ext uri="{BB962C8B-B14F-4D97-AF65-F5344CB8AC3E}">
        <p14:creationId xmlns:p14="http://schemas.microsoft.com/office/powerpoint/2010/main" val="21268379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62B92D-27F2-F37B-5B2A-5172E46F55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15938B73-CF4F-D9ED-D8F9-BE7DF39824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2CE54CA9-EF73-A849-03D4-06A1A3E79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5C4A8-D814-42BD-9702-40E85497E669}" type="datetime1">
              <a:rPr lang="nl-BE" smtClean="0"/>
              <a:t>4/02/2026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E4D79DAE-B268-1C25-2225-03D483E0C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B69B3AC4-5965-B3DB-AF53-C6D48BAFA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8C4A0-6081-4CEF-BB24-BB6152B4621B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184220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9796B64-EB6B-38E7-8863-444D4A51B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ED29F1F-0A13-65DE-C4D5-7E143D23C0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F848FBD1-55E7-8ED5-8404-B26CD959D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614CD-2E21-4F78-9854-9E3D2D0835E7}" type="datetime1">
              <a:rPr lang="nl-BE" smtClean="0"/>
              <a:t>4/02/2026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BCEDEAFE-064D-C001-0381-40CC900DF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8F355AFC-18B4-04F1-A0C3-7FED8A843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8C4A0-6081-4CEF-BB24-BB6152B4621B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7446456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9FD4892-0253-E47F-9BBB-D0EB30414F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F15F9D4B-111F-E571-C2A3-29A0F9E496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AF5165E1-E4D1-E2F0-5FD8-E2FE61E60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2DDDC-0D70-4524-9473-418B7503DDDF}" type="datetime1">
              <a:rPr lang="nl-BE" smtClean="0"/>
              <a:t>4/02/2026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70E20B0E-F737-6CE0-F19C-C5148D569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2B2B1842-B3DA-C191-D6C7-5FC07892B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8C4A0-6081-4CEF-BB24-BB6152B4621B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3090144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492A6DE-69EA-79EC-9FAD-A5C3C0BE0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BA517D2A-CA54-F15D-4AD9-2A9E1327B5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9E94D53F-44FC-855D-5DD4-F2FFBC5D57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651084EB-FF7A-6327-B019-E59416638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4FC02-8AF5-4CE2-950D-D649F07F9D81}" type="datetime1">
              <a:rPr lang="nl-BE" smtClean="0"/>
              <a:t>4/02/2026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3F7C4348-0BE5-4E9D-3A8F-E61A1476D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209F56B1-C5BF-13DF-D837-EAA4095BE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8C4A0-6081-4CEF-BB24-BB6152B4621B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3148866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A8950D0-3A8C-85BA-4B16-7F10681DA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E3F5DC26-9C83-7C10-0D52-2FBFA15804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37DF5845-7F33-A478-73BE-5700F74E96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529B0779-2D84-7BF4-5A33-7A316FC5BD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EC27CD1B-497A-BE95-C97A-84308A8D8B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06C6DD90-7CB6-7379-C303-18077784D3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49D9C-FDE1-4EA6-8A71-DF85CBDE147E}" type="datetime1">
              <a:rPr lang="nl-BE" smtClean="0"/>
              <a:t>4/02/2026</a:t>
            </a:fld>
            <a:endParaRPr lang="nl-BE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109E1696-8631-64B2-07B6-83F5BE828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E9A1A671-6A16-B41C-873D-2BEA49D46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8C4A0-6081-4CEF-BB24-BB6152B4621B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0509170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2940A26-B836-82A1-8630-D821F2D05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42D2E6D6-6973-1E14-3881-CCB28C04B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2E766-6A44-4382-A3E1-890359B32782}" type="datetime1">
              <a:rPr lang="nl-BE" smtClean="0"/>
              <a:t>4/02/2026</a:t>
            </a:fld>
            <a:endParaRPr lang="nl-BE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3EAA3DB6-BE27-584B-2435-B0C03239B7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744A86DC-16E9-E499-2E08-AC6004804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8C4A0-6081-4CEF-BB24-BB6152B4621B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0943524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B6AB08C6-6B3F-80BC-CAFE-FAC2C904CA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94858-8A37-4D06-AF40-4D083BAB44E0}" type="datetime1">
              <a:rPr lang="nl-BE" smtClean="0"/>
              <a:t>4/02/2026</a:t>
            </a:fld>
            <a:endParaRPr lang="nl-BE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880CC390-DD7D-15A3-6253-45A70A4EE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E850DE99-77A9-335D-893F-8142BE50A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8C4A0-6081-4CEF-BB24-BB6152B4621B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8557694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A47AFBB-6A9E-C338-A8E2-CA2BD786BE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C12DA30-1F6A-039F-F99D-724352768F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22A72E6F-CD0E-6E76-325B-62ADE97BCA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96BA6C14-86EB-FCF8-1B84-79135DF45A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3D2B7-ECA1-4849-A8F5-F00662EE9C5E}" type="datetime1">
              <a:rPr lang="nl-BE" smtClean="0"/>
              <a:t>4/02/2026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E7D9F0A0-432D-9DEF-FEED-3B53C2E8B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838E263B-7B8E-F239-8319-75F091EFB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8C4A0-6081-4CEF-BB24-BB6152B4621B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4162401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669F774-A6E5-4C48-392B-2681390254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77BA045D-5291-6DE5-ABDF-C64801ADCE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91489B2B-6D00-2AAF-32EA-A4C37F7363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500FD87E-865A-CC04-B3BE-03F6178F0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84BCE-7FEE-4A03-9555-AFC921428F7E}" type="datetime1">
              <a:rPr lang="nl-BE" smtClean="0"/>
              <a:t>4/02/2026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06C4B71F-45B5-5D11-2D62-B9F6ABC08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EA68C16A-397A-D8A4-C99A-CC7DAC340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8C4A0-6081-4CEF-BB24-BB6152B4621B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8105122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E1C49A9-B33C-9320-4BCC-DBC1F1A2D0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197F8461-071C-D771-942B-4B308A1095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388C7E2-FCBC-722E-E4CA-692EB1C39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69041-9A1C-42BB-AD5A-DE2186ED8B70}" type="datetime1">
              <a:rPr lang="nl-BE" smtClean="0"/>
              <a:t>4/02/2026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63D09BB-1C38-F408-C3BB-F32FC144D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2364AB4A-EAB8-4AC4-03C9-42937D22B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8C4A0-6081-4CEF-BB24-BB6152B4621B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3352526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090E8615-9C28-E4BA-3754-3163CC5E42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87857CA1-1CB5-6FA5-7142-2617DBB068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A1C8DA1E-0643-9D37-8067-2838E7636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56DAA-63F8-4BD4-964A-33F9FDFCB329}" type="datetime1">
              <a:rPr lang="nl-BE" smtClean="0"/>
              <a:t>4/02/2026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4920B207-7316-9C23-F901-350B7F7EA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DE8B341-F8F3-B7BF-9DA1-1CD3FC10A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8C4A0-6081-4CEF-BB24-BB6152B4621B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0923998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Afbeelding 7">
            <a:extLst>
              <a:ext uri="{FF2B5EF4-FFF2-40B4-BE49-F238E27FC236}">
                <a16:creationId xmlns:a16="http://schemas.microsoft.com/office/drawing/2014/main" id="{5B75AE7D-2BA1-B4D9-64C2-86DBC5B44F10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rcRect t="-1" b="45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78E203DF-F6B5-0B9E-F928-20EF2A357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CD88AB94-9327-4AE0-EB39-85F98969AC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0625D32-149C-A610-7896-A2389CB203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0BFF8D-5134-4816-84F9-47A5E93DDE38}" type="datetime1">
              <a:rPr lang="nl-BE" smtClean="0"/>
              <a:t>4/02/2026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70AEB9B9-108A-28ED-E386-60844A71FA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82B5126E-1D4D-1D6C-2B05-D29EC860E5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F8C4A0-6081-4CEF-BB24-BB6152B4621B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863591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osmbe/presentations/blob/master/talks/2025-12-02_Leiedal_OSMworkshop.pptx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jpe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openstreetmap.org/copyright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gi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13" Type="http://schemas.openxmlformats.org/officeDocument/2006/relationships/image" Target="../media/image30.png"/><Relationship Id="rId3" Type="http://schemas.openxmlformats.org/officeDocument/2006/relationships/image" Target="../media/image13.png"/><Relationship Id="rId7" Type="http://schemas.openxmlformats.org/officeDocument/2006/relationships/image" Target="../media/image27.png"/><Relationship Id="rId12" Type="http://schemas.openxmlformats.org/officeDocument/2006/relationships/customXml" Target="../ink/ink5.xml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11" Type="http://schemas.openxmlformats.org/officeDocument/2006/relationships/image" Target="../media/image29.png"/><Relationship Id="rId5" Type="http://schemas.openxmlformats.org/officeDocument/2006/relationships/image" Target="../media/image260.png"/><Relationship Id="rId10" Type="http://schemas.openxmlformats.org/officeDocument/2006/relationships/customXml" Target="../ink/ink4.xml"/><Relationship Id="rId4" Type="http://schemas.openxmlformats.org/officeDocument/2006/relationships/customXml" Target="../ink/ink1.xml"/><Relationship Id="rId9" Type="http://schemas.openxmlformats.org/officeDocument/2006/relationships/image" Target="../media/image28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customXml" Target="../ink/ink8.xml"/><Relationship Id="rId3" Type="http://schemas.openxmlformats.org/officeDocument/2006/relationships/image" Target="../media/image13.png"/><Relationship Id="rId7" Type="http://schemas.openxmlformats.org/officeDocument/2006/relationships/image" Target="../media/image33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7.xml"/><Relationship Id="rId11" Type="http://schemas.openxmlformats.org/officeDocument/2006/relationships/image" Target="../media/image35.png"/><Relationship Id="rId5" Type="http://schemas.openxmlformats.org/officeDocument/2006/relationships/image" Target="../media/image32.png"/><Relationship Id="rId10" Type="http://schemas.openxmlformats.org/officeDocument/2006/relationships/customXml" Target="../ink/ink9.xml"/><Relationship Id="rId4" Type="http://schemas.openxmlformats.org/officeDocument/2006/relationships/customXml" Target="../ink/ink6.xml"/><Relationship Id="rId9" Type="http://schemas.openxmlformats.org/officeDocument/2006/relationships/image" Target="../media/image34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customXml" Target="../ink/ink12.xml"/><Relationship Id="rId13" Type="http://schemas.openxmlformats.org/officeDocument/2006/relationships/image" Target="../media/image41.png"/><Relationship Id="rId3" Type="http://schemas.openxmlformats.org/officeDocument/2006/relationships/image" Target="../media/image13.png"/><Relationship Id="rId7" Type="http://schemas.openxmlformats.org/officeDocument/2006/relationships/image" Target="../media/image38.png"/><Relationship Id="rId12" Type="http://schemas.openxmlformats.org/officeDocument/2006/relationships/customXml" Target="../ink/ink14.xml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1.xml"/><Relationship Id="rId11" Type="http://schemas.openxmlformats.org/officeDocument/2006/relationships/image" Target="../media/image40.png"/><Relationship Id="rId5" Type="http://schemas.openxmlformats.org/officeDocument/2006/relationships/image" Target="../media/image37.png"/><Relationship Id="rId10" Type="http://schemas.openxmlformats.org/officeDocument/2006/relationships/customXml" Target="../ink/ink13.xml"/><Relationship Id="rId4" Type="http://schemas.openxmlformats.org/officeDocument/2006/relationships/customXml" Target="../ink/ink10.xml"/><Relationship Id="rId9" Type="http://schemas.openxmlformats.org/officeDocument/2006/relationships/image" Target="../media/image39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customXml" Target="../ink/ink17.xml"/><Relationship Id="rId13" Type="http://schemas.openxmlformats.org/officeDocument/2006/relationships/image" Target="../media/image47.png"/><Relationship Id="rId3" Type="http://schemas.openxmlformats.org/officeDocument/2006/relationships/image" Target="../media/image13.png"/><Relationship Id="rId7" Type="http://schemas.openxmlformats.org/officeDocument/2006/relationships/image" Target="../media/image44.png"/><Relationship Id="rId12" Type="http://schemas.openxmlformats.org/officeDocument/2006/relationships/customXml" Target="../ink/ink19.xml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6.xml"/><Relationship Id="rId11" Type="http://schemas.openxmlformats.org/officeDocument/2006/relationships/image" Target="../media/image46.png"/><Relationship Id="rId5" Type="http://schemas.openxmlformats.org/officeDocument/2006/relationships/image" Target="../media/image43.png"/><Relationship Id="rId15" Type="http://schemas.openxmlformats.org/officeDocument/2006/relationships/image" Target="../media/image48.png"/><Relationship Id="rId10" Type="http://schemas.openxmlformats.org/officeDocument/2006/relationships/customXml" Target="../ink/ink18.xml"/><Relationship Id="rId4" Type="http://schemas.openxmlformats.org/officeDocument/2006/relationships/customXml" Target="../ink/ink15.xml"/><Relationship Id="rId9" Type="http://schemas.openxmlformats.org/officeDocument/2006/relationships/image" Target="../media/image45.png"/><Relationship Id="rId14" Type="http://schemas.openxmlformats.org/officeDocument/2006/relationships/customXml" Target="../ink/ink20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customXml" Target="../ink/ink23.xml"/><Relationship Id="rId13" Type="http://schemas.openxmlformats.org/officeDocument/2006/relationships/image" Target="../media/image52.png"/><Relationship Id="rId3" Type="http://schemas.openxmlformats.org/officeDocument/2006/relationships/image" Target="../media/image13.png"/><Relationship Id="rId7" Type="http://schemas.openxmlformats.org/officeDocument/2006/relationships/image" Target="../media/image44.png"/><Relationship Id="rId12" Type="http://schemas.openxmlformats.org/officeDocument/2006/relationships/customXml" Target="../ink/ink25.xml"/><Relationship Id="rId17" Type="http://schemas.openxmlformats.org/officeDocument/2006/relationships/image" Target="../media/image54.png"/><Relationship Id="rId2" Type="http://schemas.openxmlformats.org/officeDocument/2006/relationships/image" Target="../media/image49.png"/><Relationship Id="rId16" Type="http://schemas.openxmlformats.org/officeDocument/2006/relationships/customXml" Target="../ink/ink27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2.xml"/><Relationship Id="rId11" Type="http://schemas.openxmlformats.org/officeDocument/2006/relationships/image" Target="../media/image51.png"/><Relationship Id="rId5" Type="http://schemas.openxmlformats.org/officeDocument/2006/relationships/image" Target="../media/image43.png"/><Relationship Id="rId15" Type="http://schemas.openxmlformats.org/officeDocument/2006/relationships/image" Target="../media/image53.png"/><Relationship Id="rId10" Type="http://schemas.openxmlformats.org/officeDocument/2006/relationships/customXml" Target="../ink/ink24.xml"/><Relationship Id="rId4" Type="http://schemas.openxmlformats.org/officeDocument/2006/relationships/customXml" Target="../ink/ink21.xml"/><Relationship Id="rId9" Type="http://schemas.openxmlformats.org/officeDocument/2006/relationships/image" Target="../media/image50.png"/><Relationship Id="rId14" Type="http://schemas.openxmlformats.org/officeDocument/2006/relationships/customXml" Target="../ink/ink26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customXml" Target="../ink/ink30.xml"/><Relationship Id="rId13" Type="http://schemas.openxmlformats.org/officeDocument/2006/relationships/image" Target="../media/image57.png"/><Relationship Id="rId3" Type="http://schemas.openxmlformats.org/officeDocument/2006/relationships/image" Target="../media/image13.png"/><Relationship Id="rId7" Type="http://schemas.openxmlformats.org/officeDocument/2006/relationships/image" Target="../media/image44.png"/><Relationship Id="rId12" Type="http://schemas.openxmlformats.org/officeDocument/2006/relationships/customXml" Target="../ink/ink32.xml"/><Relationship Id="rId17" Type="http://schemas.openxmlformats.org/officeDocument/2006/relationships/image" Target="../media/image59.png"/><Relationship Id="rId2" Type="http://schemas.openxmlformats.org/officeDocument/2006/relationships/image" Target="../media/image55.png"/><Relationship Id="rId16" Type="http://schemas.openxmlformats.org/officeDocument/2006/relationships/customXml" Target="../ink/ink34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9.xml"/><Relationship Id="rId11" Type="http://schemas.openxmlformats.org/officeDocument/2006/relationships/image" Target="../media/image56.png"/><Relationship Id="rId5" Type="http://schemas.openxmlformats.org/officeDocument/2006/relationships/image" Target="../media/image43.png"/><Relationship Id="rId15" Type="http://schemas.openxmlformats.org/officeDocument/2006/relationships/image" Target="../media/image58.png"/><Relationship Id="rId10" Type="http://schemas.openxmlformats.org/officeDocument/2006/relationships/customXml" Target="../ink/ink31.xml"/><Relationship Id="rId4" Type="http://schemas.openxmlformats.org/officeDocument/2006/relationships/customXml" Target="../ink/ink28.xml"/><Relationship Id="rId9" Type="http://schemas.openxmlformats.org/officeDocument/2006/relationships/image" Target="../media/image50.png"/><Relationship Id="rId14" Type="http://schemas.openxmlformats.org/officeDocument/2006/relationships/customXml" Target="../ink/ink33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customXml" Target="../ink/ink37.xml"/><Relationship Id="rId13" Type="http://schemas.openxmlformats.org/officeDocument/2006/relationships/image" Target="../media/image65.png"/><Relationship Id="rId3" Type="http://schemas.openxmlformats.org/officeDocument/2006/relationships/image" Target="../media/image13.png"/><Relationship Id="rId7" Type="http://schemas.openxmlformats.org/officeDocument/2006/relationships/image" Target="../media/image62.png"/><Relationship Id="rId12" Type="http://schemas.openxmlformats.org/officeDocument/2006/relationships/customXml" Target="../ink/ink39.xml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6.xml"/><Relationship Id="rId11" Type="http://schemas.openxmlformats.org/officeDocument/2006/relationships/image" Target="../media/image64.png"/><Relationship Id="rId5" Type="http://schemas.openxmlformats.org/officeDocument/2006/relationships/image" Target="../media/image61.png"/><Relationship Id="rId10" Type="http://schemas.openxmlformats.org/officeDocument/2006/relationships/customXml" Target="../ink/ink38.xml"/><Relationship Id="rId4" Type="http://schemas.openxmlformats.org/officeDocument/2006/relationships/customXml" Target="../ink/ink35.xml"/><Relationship Id="rId9" Type="http://schemas.openxmlformats.org/officeDocument/2006/relationships/image" Target="../media/image63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gif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gif"/><Relationship Id="rId2" Type="http://schemas.openxmlformats.org/officeDocument/2006/relationships/image" Target="../media/image62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4.gif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hyperlink" Target="https://overpass-turbo.eu/s/2gAr" TargetMode="External"/><Relationship Id="rId13" Type="http://schemas.openxmlformats.org/officeDocument/2006/relationships/hyperlink" Target="https://overpass-turbo.eu/s/2gAw" TargetMode="External"/><Relationship Id="rId3" Type="http://schemas.openxmlformats.org/officeDocument/2006/relationships/hyperlink" Target="https://overpass-turbo.eu/s/2gAl" TargetMode="External"/><Relationship Id="rId7" Type="http://schemas.openxmlformats.org/officeDocument/2006/relationships/hyperlink" Target="https://overpass-turbo.eu/s/2gAp" TargetMode="External"/><Relationship Id="rId12" Type="http://schemas.openxmlformats.org/officeDocument/2006/relationships/hyperlink" Target="https://overpass-turbo.eu/s/2gAv" TargetMode="External"/><Relationship Id="rId2" Type="http://schemas.openxmlformats.org/officeDocument/2006/relationships/hyperlink" Target="https://overpass-turbo.eu/s/2gAk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overpass-turbo.eu/s/2gAo" TargetMode="External"/><Relationship Id="rId11" Type="http://schemas.openxmlformats.org/officeDocument/2006/relationships/hyperlink" Target="https://overpass-turbo.eu/s/2gAu" TargetMode="External"/><Relationship Id="rId5" Type="http://schemas.openxmlformats.org/officeDocument/2006/relationships/hyperlink" Target="https://overpass-turbo.eu/s/2gAn" TargetMode="External"/><Relationship Id="rId10" Type="http://schemas.openxmlformats.org/officeDocument/2006/relationships/hyperlink" Target="https://overpass-turbo.eu/s/2gAt" TargetMode="External"/><Relationship Id="rId4" Type="http://schemas.openxmlformats.org/officeDocument/2006/relationships/hyperlink" Target="https://overpass-turbo.eu/s/2gAm" TargetMode="External"/><Relationship Id="rId9" Type="http://schemas.openxmlformats.org/officeDocument/2006/relationships/hyperlink" Target="https://overpass-turbo.eu/s/2gAs" TargetMode="External"/><Relationship Id="rId14" Type="http://schemas.openxmlformats.org/officeDocument/2006/relationships/hyperlink" Target="https://overpass-turbo.eu/s/2gAx" TargetMode="Externa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3" Type="http://schemas.openxmlformats.org/officeDocument/2006/relationships/image" Target="../media/image4.png"/><Relationship Id="rId7" Type="http://schemas.openxmlformats.org/officeDocument/2006/relationships/image" Target="../media/image69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8.png"/><Relationship Id="rId5" Type="http://schemas.openxmlformats.org/officeDocument/2006/relationships/image" Target="../media/image67.jpeg"/><Relationship Id="rId4" Type="http://schemas.openxmlformats.org/officeDocument/2006/relationships/image" Target="../media/image5.svg"/><Relationship Id="rId9" Type="http://schemas.openxmlformats.org/officeDocument/2006/relationships/image" Target="../media/image71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hyperlink" Target="https://openstreetmap.be/contact.html" TargetMode="External"/><Relationship Id="rId3" Type="http://schemas.openxmlformats.org/officeDocument/2006/relationships/image" Target="../media/image5.svg"/><Relationship Id="rId7" Type="http://schemas.openxmlformats.org/officeDocument/2006/relationships/hyperlink" Target="https://osmstats.neis-one.org/?item=countries&amp;country=Belgium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lauwers.gent/post/just_ask/" TargetMode="External"/><Relationship Id="rId11" Type="http://schemas.openxmlformats.org/officeDocument/2006/relationships/hyperlink" Target="https://wiki.openstreetmap.org/wiki/Bicycle#Cycle_features" TargetMode="External"/><Relationship Id="rId5" Type="http://schemas.openxmlformats.org/officeDocument/2006/relationships/hyperlink" Target="https://www.openstreetmap.org/copyright" TargetMode="External"/><Relationship Id="rId10" Type="http://schemas.openxmlformats.org/officeDocument/2006/relationships/hyperlink" Target="https://www.mapillary.com/app/" TargetMode="External"/><Relationship Id="rId4" Type="http://schemas.openxmlformats.org/officeDocument/2006/relationships/hyperlink" Target="https://www.maptiler.com/copyright/" TargetMode="External"/><Relationship Id="rId9" Type="http://schemas.openxmlformats.org/officeDocument/2006/relationships/hyperlink" Target="https://www.magicearth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F4D310-F75B-C2AA-B325-13AA2884EB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kstvak 2">
            <a:extLst>
              <a:ext uri="{FF2B5EF4-FFF2-40B4-BE49-F238E27FC236}">
                <a16:creationId xmlns:a16="http://schemas.microsoft.com/office/drawing/2014/main" id="{6E58809F-40EB-066C-3CBF-7865AB070569}"/>
              </a:ext>
            </a:extLst>
          </p:cNvPr>
          <p:cNvSpPr txBox="1"/>
          <p:nvPr/>
        </p:nvSpPr>
        <p:spPr>
          <a:xfrm>
            <a:off x="968202" y="2172733"/>
            <a:ext cx="1014831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nl-BE" sz="24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  <a:hlinkClick r:id="rId2"/>
              </a:rPr>
              <a:t>find</a:t>
            </a:r>
            <a:r>
              <a:rPr lang="nl-BE" sz="24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  <a:hlinkClick r:id="rId2"/>
              </a:rPr>
              <a:t> </a:t>
            </a:r>
            <a:r>
              <a:rPr lang="nl-BE" sz="24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  <a:hlinkClick r:id="rId2"/>
              </a:rPr>
              <a:t>them</a:t>
            </a:r>
            <a:r>
              <a:rPr lang="nl-BE" sz="24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  <a:hlinkClick r:id="rId2"/>
              </a:rPr>
              <a:t> on GitHub</a:t>
            </a:r>
            <a:endParaRPr lang="nl-BE" sz="24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>
              <a:lnSpc>
                <a:spcPct val="150000"/>
              </a:lnSpc>
            </a:pPr>
            <a:endParaRPr lang="nl-BE" sz="24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4" name="Tekstvak 3">
            <a:extLst>
              <a:ext uri="{FF2B5EF4-FFF2-40B4-BE49-F238E27FC236}">
                <a16:creationId xmlns:a16="http://schemas.microsoft.com/office/drawing/2014/main" id="{93ABDA6B-BAD1-C640-C5F4-850FF2A3EAAB}"/>
              </a:ext>
            </a:extLst>
          </p:cNvPr>
          <p:cNvSpPr txBox="1"/>
          <p:nvPr/>
        </p:nvSpPr>
        <p:spPr>
          <a:xfrm>
            <a:off x="968202" y="1126188"/>
            <a:ext cx="12731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32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slides</a:t>
            </a:r>
            <a:endParaRPr lang="nl-BE" sz="28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54064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F93776-0244-4DE0-8E3F-8CABB7A493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kstvak 4">
            <a:extLst>
              <a:ext uri="{FF2B5EF4-FFF2-40B4-BE49-F238E27FC236}">
                <a16:creationId xmlns:a16="http://schemas.microsoft.com/office/drawing/2014/main" id="{E1D9AE76-AA7B-2907-BC9A-34DC3C887BE9}"/>
              </a:ext>
            </a:extLst>
          </p:cNvPr>
          <p:cNvSpPr txBox="1"/>
          <p:nvPr/>
        </p:nvSpPr>
        <p:spPr>
          <a:xfrm>
            <a:off x="968202" y="805404"/>
            <a:ext cx="23214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32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Disclaimer:</a:t>
            </a:r>
            <a:endParaRPr lang="nl-BE" sz="28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pic>
        <p:nvPicPr>
          <p:cNvPr id="2" name="Afbeelding 1" descr="Afbeelding met tekst, persoon, muur, person&#10;&#10;Automatisch gegenereerde beschrijving">
            <a:extLst>
              <a:ext uri="{FF2B5EF4-FFF2-40B4-BE49-F238E27FC236}">
                <a16:creationId xmlns:a16="http://schemas.microsoft.com/office/drawing/2014/main" id="{E8A50652-70AF-D22B-73B4-A60B521BFC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487" y="2112696"/>
            <a:ext cx="10019026" cy="3807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36723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Afbeelding 4" descr="Afbeelding met Lettertype, schermopname, Graphics, zwart&#10;&#10;Door AI gegenereerde inhoud is mogelijk onjuist.">
            <a:extLst>
              <a:ext uri="{FF2B5EF4-FFF2-40B4-BE49-F238E27FC236}">
                <a16:creationId xmlns:a16="http://schemas.microsoft.com/office/drawing/2014/main" id="{11AD2F56-1CD1-3434-8494-2B1DB2CFA6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9397" y="576042"/>
            <a:ext cx="8813206" cy="5705915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D9C4C470-C531-EF81-B116-2CC86E15A45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116518" y="196770"/>
            <a:ext cx="909577" cy="909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46233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746073-EE07-6082-8835-4CAF305FB4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02652C08-DFAA-B4FC-0F7B-7E4E9A5038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16518" y="196770"/>
            <a:ext cx="909577" cy="909577"/>
          </a:xfrm>
          <a:prstGeom prst="rect">
            <a:avLst/>
          </a:prstGeom>
        </p:spPr>
      </p:pic>
      <p:sp>
        <p:nvSpPr>
          <p:cNvPr id="4" name="Tekstvak 3">
            <a:extLst>
              <a:ext uri="{FF2B5EF4-FFF2-40B4-BE49-F238E27FC236}">
                <a16:creationId xmlns:a16="http://schemas.microsoft.com/office/drawing/2014/main" id="{1CBAFDC0-4AE3-C22D-556C-1707A98F55C6}"/>
              </a:ext>
            </a:extLst>
          </p:cNvPr>
          <p:cNvSpPr txBox="1"/>
          <p:nvPr/>
        </p:nvSpPr>
        <p:spPr>
          <a:xfrm>
            <a:off x="968202" y="2172733"/>
            <a:ext cx="10148316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nl-BE" sz="24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Een kaart ✅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nl-BE" sz="24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De data waarmee de kaart wordt opgebouwd ✅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nl-BE" sz="24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Een community van </a:t>
            </a:r>
            <a:r>
              <a:rPr lang="nl-BE" sz="24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mappers</a:t>
            </a:r>
            <a:r>
              <a:rPr lang="nl-BE" sz="24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die de data verzameld hebben ✅</a:t>
            </a:r>
          </a:p>
        </p:txBody>
      </p:sp>
      <p:sp>
        <p:nvSpPr>
          <p:cNvPr id="5" name="Tekstvak 4">
            <a:extLst>
              <a:ext uri="{FF2B5EF4-FFF2-40B4-BE49-F238E27FC236}">
                <a16:creationId xmlns:a16="http://schemas.microsoft.com/office/drawing/2014/main" id="{638D5DE6-497B-A9A9-8E9D-0ACA5DD26394}"/>
              </a:ext>
            </a:extLst>
          </p:cNvPr>
          <p:cNvSpPr txBox="1"/>
          <p:nvPr/>
        </p:nvSpPr>
        <p:spPr>
          <a:xfrm>
            <a:off x="968202" y="1126188"/>
            <a:ext cx="470353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32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Wat is </a:t>
            </a:r>
            <a:r>
              <a:rPr lang="nl-BE" sz="32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OpenStreetMap</a:t>
            </a:r>
            <a:r>
              <a:rPr lang="nl-BE" sz="32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?</a:t>
            </a:r>
            <a:endParaRPr lang="nl-BE" sz="28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68880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674940-04EB-FE28-2531-2D70D1F4A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6ABBB015-ECC9-0651-FB36-90C4C4905A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16518" y="196770"/>
            <a:ext cx="909577" cy="909577"/>
          </a:xfrm>
          <a:prstGeom prst="rect">
            <a:avLst/>
          </a:prstGeom>
        </p:spPr>
      </p:pic>
      <p:sp>
        <p:nvSpPr>
          <p:cNvPr id="4" name="Tekstvak 3">
            <a:extLst>
              <a:ext uri="{FF2B5EF4-FFF2-40B4-BE49-F238E27FC236}">
                <a16:creationId xmlns:a16="http://schemas.microsoft.com/office/drawing/2014/main" id="{9DCEA019-590F-1E2C-D0F3-48DED67F0719}"/>
              </a:ext>
            </a:extLst>
          </p:cNvPr>
          <p:cNvSpPr txBox="1"/>
          <p:nvPr/>
        </p:nvSpPr>
        <p:spPr>
          <a:xfrm>
            <a:off x="968202" y="2172733"/>
            <a:ext cx="1014831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nl-BE" sz="24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Iedereen mag bijdragen tot de data ...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nl-BE" sz="24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Iedereen mag de data hergebruiken ...</a:t>
            </a:r>
          </a:p>
          <a:p>
            <a:pPr>
              <a:lnSpc>
                <a:spcPct val="150000"/>
              </a:lnSpc>
            </a:pPr>
            <a:endParaRPr lang="nl-BE" sz="24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>
              <a:lnSpc>
                <a:spcPct val="150000"/>
              </a:lnSpc>
            </a:pPr>
            <a:r>
              <a:rPr lang="nl-BE" sz="24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... mits een aantal afspraken</a:t>
            </a:r>
          </a:p>
          <a:p>
            <a:pPr>
              <a:lnSpc>
                <a:spcPct val="150000"/>
              </a:lnSpc>
            </a:pPr>
            <a:endParaRPr lang="nl-BE" sz="24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nl-BE" sz="2400" i="1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Ook wel: “Wikipedia, maar dan voor kaarten”</a:t>
            </a:r>
          </a:p>
        </p:txBody>
      </p:sp>
      <p:sp>
        <p:nvSpPr>
          <p:cNvPr id="5" name="Tekstvak 4">
            <a:extLst>
              <a:ext uri="{FF2B5EF4-FFF2-40B4-BE49-F238E27FC236}">
                <a16:creationId xmlns:a16="http://schemas.microsoft.com/office/drawing/2014/main" id="{B6CA50B1-18CA-0305-1899-AC0CFA9D3250}"/>
              </a:ext>
            </a:extLst>
          </p:cNvPr>
          <p:cNvSpPr txBox="1"/>
          <p:nvPr/>
        </p:nvSpPr>
        <p:spPr>
          <a:xfrm>
            <a:off x="968202" y="1126188"/>
            <a:ext cx="470353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32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Wat is </a:t>
            </a:r>
            <a:r>
              <a:rPr lang="nl-BE" sz="3200" b="1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Open</a:t>
            </a:r>
            <a:r>
              <a:rPr lang="nl-BE" sz="32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StreetMap</a:t>
            </a:r>
            <a:r>
              <a:rPr lang="nl-BE" sz="32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?</a:t>
            </a:r>
            <a:endParaRPr lang="nl-BE" sz="28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47000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Afbeelding 4">
            <a:extLst>
              <a:ext uri="{FF2B5EF4-FFF2-40B4-BE49-F238E27FC236}">
                <a16:creationId xmlns:a16="http://schemas.microsoft.com/office/drawing/2014/main" id="{7284D16D-E94A-AE9B-B2FB-F9902771FE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46250"/>
            <a:ext cx="12192000" cy="5565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36226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Afbeelding 4">
            <a:extLst>
              <a:ext uri="{FF2B5EF4-FFF2-40B4-BE49-F238E27FC236}">
                <a16:creationId xmlns:a16="http://schemas.microsoft.com/office/drawing/2014/main" id="{3ACFF5CD-D2B2-9F3D-E1CA-16BC14678A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13495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389F529-FF13-0596-5A4B-9663AA355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ep 8">
            <a:extLst>
              <a:ext uri="{FF2B5EF4-FFF2-40B4-BE49-F238E27FC236}">
                <a16:creationId xmlns:a16="http://schemas.microsoft.com/office/drawing/2014/main" id="{AA9A509D-C640-535E-EA5A-A869BE94CF7F}"/>
              </a:ext>
            </a:extLst>
          </p:cNvPr>
          <p:cNvGrpSpPr/>
          <p:nvPr/>
        </p:nvGrpSpPr>
        <p:grpSpPr>
          <a:xfrm>
            <a:off x="0" y="643936"/>
            <a:ext cx="12193588" cy="5570127"/>
            <a:chOff x="0" y="361709"/>
            <a:chExt cx="12193588" cy="5570127"/>
          </a:xfrm>
        </p:grpSpPr>
        <p:pic>
          <p:nvPicPr>
            <p:cNvPr id="5" name="Afbeelding 4">
              <a:extLst>
                <a:ext uri="{FF2B5EF4-FFF2-40B4-BE49-F238E27FC236}">
                  <a16:creationId xmlns:a16="http://schemas.microsoft.com/office/drawing/2014/main" id="{6EEA0395-31BA-6F3D-AD18-AF8C6BC45F9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" y="361709"/>
              <a:ext cx="6095999" cy="2782749"/>
            </a:xfrm>
            <a:prstGeom prst="rect">
              <a:avLst/>
            </a:prstGeom>
          </p:spPr>
        </p:pic>
        <p:pic>
          <p:nvPicPr>
            <p:cNvPr id="3" name="Afbeelding 2">
              <a:extLst>
                <a:ext uri="{FF2B5EF4-FFF2-40B4-BE49-F238E27FC236}">
                  <a16:creationId xmlns:a16="http://schemas.microsoft.com/office/drawing/2014/main" id="{BD320C49-F532-EB89-2736-10325430470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096000" y="361709"/>
              <a:ext cx="6096000" cy="2784200"/>
            </a:xfrm>
            <a:prstGeom prst="rect">
              <a:avLst/>
            </a:prstGeom>
          </p:spPr>
        </p:pic>
        <p:pic>
          <p:nvPicPr>
            <p:cNvPr id="6" name="Afbeelding 5">
              <a:extLst>
                <a:ext uri="{FF2B5EF4-FFF2-40B4-BE49-F238E27FC236}">
                  <a16:creationId xmlns:a16="http://schemas.microsoft.com/office/drawing/2014/main" id="{AAC0E3C4-E9C4-062F-FB80-68AEDB2A93D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0" y="3144458"/>
              <a:ext cx="6095999" cy="2787378"/>
            </a:xfrm>
            <a:prstGeom prst="rect">
              <a:avLst/>
            </a:prstGeom>
          </p:spPr>
        </p:pic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62EA0959-9FCB-9B26-D291-8FC035FC32A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094411" y="3144458"/>
              <a:ext cx="6099177" cy="278737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472644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2CF45B5-6694-DF98-28E1-C7FFC5435E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Afbeelding 8">
            <a:extLst>
              <a:ext uri="{FF2B5EF4-FFF2-40B4-BE49-F238E27FC236}">
                <a16:creationId xmlns:a16="http://schemas.microsoft.com/office/drawing/2014/main" id="{DEA62015-BE4F-E145-9720-6FB253F11BA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98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fbeelding 2">
            <a:extLst>
              <a:ext uri="{FF2B5EF4-FFF2-40B4-BE49-F238E27FC236}">
                <a16:creationId xmlns:a16="http://schemas.microsoft.com/office/drawing/2014/main" id="{588F5448-E3B9-65D3-2B01-1ECC3184C1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39625" y="734674"/>
            <a:ext cx="8312750" cy="2047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15274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7A26A0F-6232-2239-5466-D7E3A75354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>
            <a:extLst>
              <a:ext uri="{FF2B5EF4-FFF2-40B4-BE49-F238E27FC236}">
                <a16:creationId xmlns:a16="http://schemas.microsoft.com/office/drawing/2014/main" id="{21C35BC9-B587-9BC7-B6D1-3EF8B26252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8908"/>
            <a:ext cx="12192000" cy="5600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92233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Afbeelding 4">
            <a:extLst>
              <a:ext uri="{FF2B5EF4-FFF2-40B4-BE49-F238E27FC236}">
                <a16:creationId xmlns:a16="http://schemas.microsoft.com/office/drawing/2014/main" id="{58F1F243-382C-5B3B-B2AF-389E04E52FD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835" r="6982"/>
          <a:stretch>
            <a:fillRect/>
          </a:stretch>
        </p:blipFill>
        <p:spPr>
          <a:xfrm>
            <a:off x="0" y="154831"/>
            <a:ext cx="6098742" cy="3119718"/>
          </a:xfrm>
          <a:prstGeom prst="rect">
            <a:avLst/>
          </a:prstGeom>
        </p:spPr>
      </p:pic>
      <p:pic>
        <p:nvPicPr>
          <p:cNvPr id="7" name="Afbeelding 6">
            <a:extLst>
              <a:ext uri="{FF2B5EF4-FFF2-40B4-BE49-F238E27FC236}">
                <a16:creationId xmlns:a16="http://schemas.microsoft.com/office/drawing/2014/main" id="{AEADD88B-C7F5-3A74-FEAA-B56B47C8DB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3719090"/>
            <a:ext cx="6098742" cy="2780823"/>
          </a:xfrm>
          <a:prstGeom prst="rect">
            <a:avLst/>
          </a:prstGeom>
        </p:spPr>
      </p:pic>
      <p:pic>
        <p:nvPicPr>
          <p:cNvPr id="8" name="Afbeelding 7">
            <a:extLst>
              <a:ext uri="{FF2B5EF4-FFF2-40B4-BE49-F238E27FC236}">
                <a16:creationId xmlns:a16="http://schemas.microsoft.com/office/drawing/2014/main" id="{C45FFE6B-9D63-989B-E4F5-5C23FA29FCE9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51" b="3129"/>
          <a:stretch/>
        </p:blipFill>
        <p:spPr>
          <a:xfrm>
            <a:off x="6794973" y="381"/>
            <a:ext cx="4700795" cy="3428619"/>
          </a:xfrm>
          <a:prstGeom prst="rect">
            <a:avLst/>
          </a:prstGeom>
        </p:spPr>
      </p:pic>
      <p:pic>
        <p:nvPicPr>
          <p:cNvPr id="10" name="Afbeelding 9" descr="Afbeelding met Mobiele telefoon, Communicatieapparaat, Draagbaar communicatietoestel, gadget&#10;&#10;Door AI gegenereerde inhoud is mogelijk onjuist.">
            <a:extLst>
              <a:ext uri="{FF2B5EF4-FFF2-40B4-BE49-F238E27FC236}">
                <a16:creationId xmlns:a16="http://schemas.microsoft.com/office/drawing/2014/main" id="{400B0A8B-BD39-FF0F-F366-3DCD3A96B6F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98" r="4684"/>
          <a:stretch>
            <a:fillRect/>
          </a:stretch>
        </p:blipFill>
        <p:spPr>
          <a:xfrm>
            <a:off x="43482" y="3429000"/>
            <a:ext cx="6011777" cy="3428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08478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Afbeelding 4">
            <a:extLst>
              <a:ext uri="{FF2B5EF4-FFF2-40B4-BE49-F238E27FC236}">
                <a16:creationId xmlns:a16="http://schemas.microsoft.com/office/drawing/2014/main" id="{49B9BBF9-E527-5863-6AA9-7E4993F9BE5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496" r="5037"/>
          <a:stretch>
            <a:fillRect/>
          </a:stretch>
        </p:blipFill>
        <p:spPr>
          <a:xfrm>
            <a:off x="0" y="-1685"/>
            <a:ext cx="12192000" cy="6859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31936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Afbeelding 4" descr="Afbeelding met persoon, kleding, boom, buitenshuis&#10;&#10;Door AI gegenereerde inhoud is mogelijk onjuist.">
            <a:extLst>
              <a:ext uri="{FF2B5EF4-FFF2-40B4-BE49-F238E27FC236}">
                <a16:creationId xmlns:a16="http://schemas.microsoft.com/office/drawing/2014/main" id="{4933DA66-F591-CAF2-EE02-907B75FE82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254" b="416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06783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Afbeelding 4">
            <a:extLst>
              <a:ext uri="{FF2B5EF4-FFF2-40B4-BE49-F238E27FC236}">
                <a16:creationId xmlns:a16="http://schemas.microsoft.com/office/drawing/2014/main" id="{E2170EE8-C432-EDC6-B134-4BCCC2F90D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89091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27AD5E-E596-5553-D005-B7545B5F8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EB23A42D-1DE8-63E6-C66E-E6BE5F1974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16518" y="196770"/>
            <a:ext cx="909577" cy="909577"/>
          </a:xfrm>
          <a:prstGeom prst="rect">
            <a:avLst/>
          </a:prstGeom>
        </p:spPr>
      </p:pic>
      <p:sp>
        <p:nvSpPr>
          <p:cNvPr id="4" name="Tekstvak 3">
            <a:extLst>
              <a:ext uri="{FF2B5EF4-FFF2-40B4-BE49-F238E27FC236}">
                <a16:creationId xmlns:a16="http://schemas.microsoft.com/office/drawing/2014/main" id="{51B18F35-FE30-5BF7-07CD-E561969AE42F}"/>
              </a:ext>
            </a:extLst>
          </p:cNvPr>
          <p:cNvSpPr txBox="1"/>
          <p:nvPr/>
        </p:nvSpPr>
        <p:spPr>
          <a:xfrm>
            <a:off x="968202" y="2172733"/>
            <a:ext cx="1014831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nl-BE" sz="24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Enige drempel om te starten met mappen: </a:t>
            </a:r>
            <a:br>
              <a:rPr lang="nl-BE" sz="24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</a:br>
            <a:r>
              <a:rPr lang="nl-BE" sz="24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account aanmaken op osm.org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nl-BE" sz="24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nl-BE" sz="24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Geen centrale </a:t>
            </a:r>
            <a:r>
              <a:rPr lang="nl-BE" sz="24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governance</a:t>
            </a:r>
            <a:endParaRPr lang="nl-BE" sz="24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nl-BE" sz="24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Geen hiërarchie onder </a:t>
            </a:r>
            <a:r>
              <a:rPr lang="nl-BE" sz="24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mappers</a:t>
            </a:r>
            <a:endParaRPr lang="nl-BE" sz="24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nl-BE" sz="24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Wel continu op zoek naar consensus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nl-BE" sz="24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Wel Data </a:t>
            </a:r>
            <a:r>
              <a:rPr lang="nl-BE" sz="24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Working</a:t>
            </a:r>
            <a:r>
              <a:rPr lang="nl-BE" sz="24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Group als vangnet (bijv. bij vandalisme)</a:t>
            </a:r>
          </a:p>
          <a:p>
            <a:pPr>
              <a:lnSpc>
                <a:spcPct val="150000"/>
              </a:lnSpc>
            </a:pPr>
            <a:endParaRPr lang="nl-BE" sz="24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5" name="Tekstvak 4">
            <a:extLst>
              <a:ext uri="{FF2B5EF4-FFF2-40B4-BE49-F238E27FC236}">
                <a16:creationId xmlns:a16="http://schemas.microsoft.com/office/drawing/2014/main" id="{11340929-4C81-3607-56CB-1268C03D7B7E}"/>
              </a:ext>
            </a:extLst>
          </p:cNvPr>
          <p:cNvSpPr txBox="1"/>
          <p:nvPr/>
        </p:nvSpPr>
        <p:spPr>
          <a:xfrm>
            <a:off x="968202" y="1126188"/>
            <a:ext cx="68643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32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Werkt in de praktijk, niet in theorie</a:t>
            </a:r>
            <a:endParaRPr lang="nl-BE" sz="28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6806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Afbeelding 4" descr="Afbeelding met Auto-audio, auto, Middenconsole, voertuig&#10;&#10;Door AI gegenereerde inhoud is mogelijk onjuist.">
            <a:extLst>
              <a:ext uri="{FF2B5EF4-FFF2-40B4-BE49-F238E27FC236}">
                <a16:creationId xmlns:a16="http://schemas.microsoft.com/office/drawing/2014/main" id="{A4A62852-872E-59A0-1F66-AC8B480D79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0629" y="-1650"/>
            <a:ext cx="12450265" cy="6859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06091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BF4ADD-4B90-4D14-4B8F-317BBA5958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D8B8A89A-8A56-BF6B-EE94-1F146E7687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16518" y="196770"/>
            <a:ext cx="909577" cy="909577"/>
          </a:xfrm>
          <a:prstGeom prst="rect">
            <a:avLst/>
          </a:prstGeom>
        </p:spPr>
      </p:pic>
      <p:sp>
        <p:nvSpPr>
          <p:cNvPr id="4" name="Tekstvak 3">
            <a:extLst>
              <a:ext uri="{FF2B5EF4-FFF2-40B4-BE49-F238E27FC236}">
                <a16:creationId xmlns:a16="http://schemas.microsoft.com/office/drawing/2014/main" id="{E04C539A-FBE9-CD74-A649-AD5F9418EBAE}"/>
              </a:ext>
            </a:extLst>
          </p:cNvPr>
          <p:cNvSpPr txBox="1"/>
          <p:nvPr/>
        </p:nvSpPr>
        <p:spPr>
          <a:xfrm>
            <a:off x="968202" y="2172733"/>
            <a:ext cx="10148316" cy="41088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“map what’s on the ground”</a:t>
            </a:r>
            <a:br>
              <a:rPr lang="nl-BE" sz="2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</a:br>
            <a:r>
              <a:rPr lang="nl-BE" sz="2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op basis van observaties op het terrein, luchtfoto’s van bijv. Digitaal Vlaanderen, </a:t>
            </a:r>
            <a:r>
              <a:rPr lang="nl-BE" sz="2000" b="1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open</a:t>
            </a:r>
            <a:r>
              <a:rPr lang="nl-BE" sz="2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straatbeelden van bijv. </a:t>
            </a:r>
            <a:r>
              <a:rPr lang="nl-BE" sz="2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Mapillary</a:t>
            </a:r>
            <a:r>
              <a:rPr lang="nl-BE" sz="2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, </a:t>
            </a:r>
            <a:r>
              <a:rPr lang="nl-BE" sz="2000" b="1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open</a:t>
            </a:r>
            <a:r>
              <a:rPr lang="nl-BE" sz="2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data …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nl-BE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nl-BE" sz="2400" b="1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data vrij te gebruiken, mits bronvermelding</a:t>
            </a:r>
            <a:br>
              <a:rPr lang="nl-BE" sz="24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</a:br>
            <a:r>
              <a:rPr lang="nl-BE" sz="2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© </a:t>
            </a:r>
            <a:r>
              <a:rPr lang="nl-BE" sz="2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OpenStreetMap</a:t>
            </a:r>
            <a:r>
              <a:rPr lang="nl-BE" sz="2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nl-BE" sz="2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contributors</a:t>
            </a:r>
            <a:r>
              <a:rPr lang="nl-BE" sz="2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- </a:t>
            </a:r>
            <a:r>
              <a:rPr lang="nl-BE" sz="2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  <a:hlinkClick r:id="rId4"/>
              </a:rPr>
              <a:t>osm.org/copyright</a:t>
            </a:r>
            <a:br>
              <a:rPr lang="nl-BE" sz="24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</a:br>
            <a:endParaRPr lang="nl-BE" sz="24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>
              <a:lnSpc>
                <a:spcPct val="150000"/>
              </a:lnSpc>
            </a:pPr>
            <a:endParaRPr lang="nl-BE" sz="24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5" name="Tekstvak 4">
            <a:extLst>
              <a:ext uri="{FF2B5EF4-FFF2-40B4-BE49-F238E27FC236}">
                <a16:creationId xmlns:a16="http://schemas.microsoft.com/office/drawing/2014/main" id="{FC451BBF-5809-C0B7-E0AB-4367DF1E2820}"/>
              </a:ext>
            </a:extLst>
          </p:cNvPr>
          <p:cNvSpPr txBox="1"/>
          <p:nvPr/>
        </p:nvSpPr>
        <p:spPr>
          <a:xfrm>
            <a:off x="968202" y="1126188"/>
            <a:ext cx="34852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32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Enkele afspraken</a:t>
            </a:r>
          </a:p>
        </p:txBody>
      </p:sp>
    </p:spTree>
    <p:extLst>
      <p:ext uri="{BB962C8B-B14F-4D97-AF65-F5344CB8AC3E}">
        <p14:creationId xmlns:p14="http://schemas.microsoft.com/office/powerpoint/2010/main" val="734188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Afbeelding 4" descr="Afbeelding met buitenshuis, boom, teken, Verkeersbord&#10;&#10;Door AI gegenereerde inhoud is mogelijk onjuist.">
            <a:extLst>
              <a:ext uri="{FF2B5EF4-FFF2-40B4-BE49-F238E27FC236}">
                <a16:creationId xmlns:a16="http://schemas.microsoft.com/office/drawing/2014/main" id="{6A91A383-53F8-DDB6-204E-9E63707F73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4750" y="381000"/>
            <a:ext cx="47625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81648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kstvak 3">
            <a:extLst>
              <a:ext uri="{FF2B5EF4-FFF2-40B4-BE49-F238E27FC236}">
                <a16:creationId xmlns:a16="http://schemas.microsoft.com/office/drawing/2014/main" id="{F1CBAAD4-1BB6-4CAB-5EB5-100D5D9F720B}"/>
              </a:ext>
            </a:extLst>
          </p:cNvPr>
          <p:cNvSpPr txBox="1"/>
          <p:nvPr/>
        </p:nvSpPr>
        <p:spPr>
          <a:xfrm>
            <a:off x="968202" y="2172733"/>
            <a:ext cx="1014831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nl-BE" sz="24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Punten </a:t>
            </a:r>
            <a:r>
              <a:rPr lang="nl-BE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(</a:t>
            </a:r>
            <a:r>
              <a:rPr lang="nl-BE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nodes</a:t>
            </a:r>
            <a:r>
              <a:rPr lang="nl-BE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)</a:t>
            </a:r>
            <a:endParaRPr lang="nl-BE" sz="24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nl-BE" sz="24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Lijnen </a:t>
            </a:r>
            <a:r>
              <a:rPr lang="nl-BE" sz="2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(incl. “gesloten lijnen”)</a:t>
            </a:r>
            <a:r>
              <a:rPr lang="nl-BE" sz="24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nl-BE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(</a:t>
            </a:r>
            <a:r>
              <a:rPr lang="nl-BE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ways</a:t>
            </a:r>
            <a:r>
              <a:rPr lang="nl-BE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nl-BE" sz="24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Relaties </a:t>
            </a:r>
            <a:r>
              <a:rPr lang="nl-BE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(relations)</a:t>
            </a:r>
          </a:p>
          <a:p>
            <a:pPr>
              <a:lnSpc>
                <a:spcPct val="150000"/>
              </a:lnSpc>
            </a:pPr>
            <a:endParaRPr lang="nl-BE" sz="24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nl-BE" sz="24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Punten, lijnen en relaties krijgen betekenis aan de hand van tags / labels</a:t>
            </a:r>
          </a:p>
        </p:txBody>
      </p:sp>
      <p:sp>
        <p:nvSpPr>
          <p:cNvPr id="5" name="Tekstvak 4">
            <a:extLst>
              <a:ext uri="{FF2B5EF4-FFF2-40B4-BE49-F238E27FC236}">
                <a16:creationId xmlns:a16="http://schemas.microsoft.com/office/drawing/2014/main" id="{953C7B45-0CCA-1C6C-177C-13B543CA1185}"/>
              </a:ext>
            </a:extLst>
          </p:cNvPr>
          <p:cNvSpPr txBox="1"/>
          <p:nvPr/>
        </p:nvSpPr>
        <p:spPr>
          <a:xfrm>
            <a:off x="968202" y="1126188"/>
            <a:ext cx="50738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32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Basiselementen van OSM</a:t>
            </a:r>
          </a:p>
        </p:txBody>
      </p:sp>
    </p:spTree>
    <p:extLst>
      <p:ext uri="{BB962C8B-B14F-4D97-AF65-F5344CB8AC3E}">
        <p14:creationId xmlns:p14="http://schemas.microsoft.com/office/powerpoint/2010/main" val="21640469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Afbeelding 6">
            <a:extLst>
              <a:ext uri="{FF2B5EF4-FFF2-40B4-BE49-F238E27FC236}">
                <a16:creationId xmlns:a16="http://schemas.microsoft.com/office/drawing/2014/main" id="{6731B10D-4104-27B1-5329-F5D3CBCBE4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21901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Afbeelding 6">
            <a:extLst>
              <a:ext uri="{FF2B5EF4-FFF2-40B4-BE49-F238E27FC236}">
                <a16:creationId xmlns:a16="http://schemas.microsoft.com/office/drawing/2014/main" id="{825CD694-E37D-BF60-1ACC-DC3E0ABBD2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" y="0"/>
            <a:ext cx="1219058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23174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Afbeelding 4">
            <a:extLst>
              <a:ext uri="{FF2B5EF4-FFF2-40B4-BE49-F238E27FC236}">
                <a16:creationId xmlns:a16="http://schemas.microsoft.com/office/drawing/2014/main" id="{A62D2684-292D-1ECF-F627-8B2C4985D6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68543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582A8D-DEDC-E2CB-1AA8-83B2C3D9B0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Afbeelding 3">
            <a:extLst>
              <a:ext uri="{FF2B5EF4-FFF2-40B4-BE49-F238E27FC236}">
                <a16:creationId xmlns:a16="http://schemas.microsoft.com/office/drawing/2014/main" id="{FA346591-4BE9-3AA9-6307-C205B45F472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71" t="30057" r="76643" b="20026"/>
          <a:stretch>
            <a:fillRect/>
          </a:stretch>
        </p:blipFill>
        <p:spPr>
          <a:xfrm>
            <a:off x="7144620" y="1116984"/>
            <a:ext cx="4494385" cy="4624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5119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Afbeelding 11">
            <a:extLst>
              <a:ext uri="{FF2B5EF4-FFF2-40B4-BE49-F238E27FC236}">
                <a16:creationId xmlns:a16="http://schemas.microsoft.com/office/drawing/2014/main" id="{B7216865-DCDE-FBD2-9D66-50EB9CCC27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  <p:pic>
        <p:nvPicPr>
          <p:cNvPr id="4" name="Afbeelding 3">
            <a:extLst>
              <a:ext uri="{FF2B5EF4-FFF2-40B4-BE49-F238E27FC236}">
                <a16:creationId xmlns:a16="http://schemas.microsoft.com/office/drawing/2014/main" id="{38010EDF-2322-7FBF-4DE7-FA1508280E3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71" t="30057" r="76643" b="20026"/>
          <a:stretch>
            <a:fillRect/>
          </a:stretch>
        </p:blipFill>
        <p:spPr>
          <a:xfrm>
            <a:off x="7144620" y="1116984"/>
            <a:ext cx="4494385" cy="462403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" name="Inkt 6">
                <a:extLst>
                  <a:ext uri="{FF2B5EF4-FFF2-40B4-BE49-F238E27FC236}">
                    <a16:creationId xmlns:a16="http://schemas.microsoft.com/office/drawing/2014/main" id="{6572B036-B878-CBD4-8A14-8603CC94BF4C}"/>
                  </a:ext>
                </a:extLst>
              </p14:cNvPr>
              <p14:cNvContentPartPr/>
              <p14:nvPr/>
            </p14:nvContentPartPr>
            <p14:xfrm>
              <a:off x="8307925" y="4780132"/>
              <a:ext cx="830520" cy="15120"/>
            </p14:xfrm>
          </p:contentPart>
        </mc:Choice>
        <mc:Fallback xmlns="">
          <p:pic>
            <p:nvPicPr>
              <p:cNvPr id="7" name="Inkt 6">
                <a:extLst>
                  <a:ext uri="{FF2B5EF4-FFF2-40B4-BE49-F238E27FC236}">
                    <a16:creationId xmlns:a16="http://schemas.microsoft.com/office/drawing/2014/main" id="{6572B036-B878-CBD4-8A14-8603CC94BF4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253925" y="4672492"/>
                <a:ext cx="938160" cy="23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3" name="Inkt 12">
                <a:extLst>
                  <a:ext uri="{FF2B5EF4-FFF2-40B4-BE49-F238E27FC236}">
                    <a16:creationId xmlns:a16="http://schemas.microsoft.com/office/drawing/2014/main" id="{33F924BB-114D-2DF0-8509-DAEAD87F7681}"/>
                  </a:ext>
                </a:extLst>
              </p14:cNvPr>
              <p14:cNvContentPartPr/>
              <p14:nvPr/>
            </p14:nvContentPartPr>
            <p14:xfrm>
              <a:off x="679063" y="1214537"/>
              <a:ext cx="569520" cy="360"/>
            </p14:xfrm>
          </p:contentPart>
        </mc:Choice>
        <mc:Fallback xmlns="">
          <p:pic>
            <p:nvPicPr>
              <p:cNvPr id="13" name="Inkt 12">
                <a:extLst>
                  <a:ext uri="{FF2B5EF4-FFF2-40B4-BE49-F238E27FC236}">
                    <a16:creationId xmlns:a16="http://schemas.microsoft.com/office/drawing/2014/main" id="{33F924BB-114D-2DF0-8509-DAEAD87F768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25063" y="1106897"/>
                <a:ext cx="67716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4" name="Inkt 13">
                <a:extLst>
                  <a:ext uri="{FF2B5EF4-FFF2-40B4-BE49-F238E27FC236}">
                    <a16:creationId xmlns:a16="http://schemas.microsoft.com/office/drawing/2014/main" id="{E72A40ED-1C91-18F1-4DA8-B13C7CCF6E18}"/>
                  </a:ext>
                </a:extLst>
              </p14:cNvPr>
              <p14:cNvContentPartPr/>
              <p14:nvPr/>
            </p14:nvContentPartPr>
            <p14:xfrm>
              <a:off x="208543" y="3331337"/>
              <a:ext cx="1122120" cy="40320"/>
            </p14:xfrm>
          </p:contentPart>
        </mc:Choice>
        <mc:Fallback xmlns="">
          <p:pic>
            <p:nvPicPr>
              <p:cNvPr id="14" name="Inkt 13">
                <a:extLst>
                  <a:ext uri="{FF2B5EF4-FFF2-40B4-BE49-F238E27FC236}">
                    <a16:creationId xmlns:a16="http://schemas.microsoft.com/office/drawing/2014/main" id="{E72A40ED-1C91-18F1-4DA8-B13C7CCF6E18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54903" y="3223337"/>
                <a:ext cx="1229760" cy="25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5" name="Inkt 14">
                <a:extLst>
                  <a:ext uri="{FF2B5EF4-FFF2-40B4-BE49-F238E27FC236}">
                    <a16:creationId xmlns:a16="http://schemas.microsoft.com/office/drawing/2014/main" id="{4CB4B284-9FAF-58AC-113A-E617D22DBF0F}"/>
                  </a:ext>
                </a:extLst>
              </p14:cNvPr>
              <p14:cNvContentPartPr/>
              <p14:nvPr/>
            </p14:nvContentPartPr>
            <p14:xfrm>
              <a:off x="208543" y="3566057"/>
              <a:ext cx="234720" cy="360"/>
            </p14:xfrm>
          </p:contentPart>
        </mc:Choice>
        <mc:Fallback xmlns="">
          <p:pic>
            <p:nvPicPr>
              <p:cNvPr id="15" name="Inkt 14">
                <a:extLst>
                  <a:ext uri="{FF2B5EF4-FFF2-40B4-BE49-F238E27FC236}">
                    <a16:creationId xmlns:a16="http://schemas.microsoft.com/office/drawing/2014/main" id="{4CB4B284-9FAF-58AC-113A-E617D22DBF0F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54903" y="3458057"/>
                <a:ext cx="34236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6" name="Inkt 15">
                <a:extLst>
                  <a:ext uri="{FF2B5EF4-FFF2-40B4-BE49-F238E27FC236}">
                    <a16:creationId xmlns:a16="http://schemas.microsoft.com/office/drawing/2014/main" id="{05D669E9-A9BB-1560-4207-76BC43AE292D}"/>
                  </a:ext>
                </a:extLst>
              </p14:cNvPr>
              <p14:cNvContentPartPr/>
              <p14:nvPr/>
            </p14:nvContentPartPr>
            <p14:xfrm>
              <a:off x="182983" y="770297"/>
              <a:ext cx="952560" cy="360"/>
            </p14:xfrm>
          </p:contentPart>
        </mc:Choice>
        <mc:Fallback xmlns="">
          <p:pic>
            <p:nvPicPr>
              <p:cNvPr id="16" name="Inkt 15">
                <a:extLst>
                  <a:ext uri="{FF2B5EF4-FFF2-40B4-BE49-F238E27FC236}">
                    <a16:creationId xmlns:a16="http://schemas.microsoft.com/office/drawing/2014/main" id="{05D669E9-A9BB-1560-4207-76BC43AE292D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28983" y="662657"/>
                <a:ext cx="1060200" cy="21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536905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Afbeelding 4">
            <a:extLst>
              <a:ext uri="{FF2B5EF4-FFF2-40B4-BE49-F238E27FC236}">
                <a16:creationId xmlns:a16="http://schemas.microsoft.com/office/drawing/2014/main" id="{6233EA84-8261-F0D2-E046-9288D83473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  <p:pic>
        <p:nvPicPr>
          <p:cNvPr id="6" name="Afbeelding 5">
            <a:extLst>
              <a:ext uri="{FF2B5EF4-FFF2-40B4-BE49-F238E27FC236}">
                <a16:creationId xmlns:a16="http://schemas.microsoft.com/office/drawing/2014/main" id="{DB014D3D-3BA8-ED8A-E7E9-92890172871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71" t="30057" r="76643" b="20026"/>
          <a:stretch>
            <a:fillRect/>
          </a:stretch>
        </p:blipFill>
        <p:spPr>
          <a:xfrm>
            <a:off x="7144620" y="1116984"/>
            <a:ext cx="4494385" cy="462403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" name="Inkt 6">
                <a:extLst>
                  <a:ext uri="{FF2B5EF4-FFF2-40B4-BE49-F238E27FC236}">
                    <a16:creationId xmlns:a16="http://schemas.microsoft.com/office/drawing/2014/main" id="{EC20FAA0-DCF2-82EA-E959-33E23F8E9A26}"/>
                  </a:ext>
                </a:extLst>
              </p14:cNvPr>
              <p14:cNvContentPartPr/>
              <p14:nvPr/>
            </p14:nvContentPartPr>
            <p14:xfrm>
              <a:off x="8321143" y="4153937"/>
              <a:ext cx="1803600" cy="360"/>
            </p14:xfrm>
          </p:contentPart>
        </mc:Choice>
        <mc:Fallback xmlns="">
          <p:pic>
            <p:nvPicPr>
              <p:cNvPr id="7" name="Inkt 6">
                <a:extLst>
                  <a:ext uri="{FF2B5EF4-FFF2-40B4-BE49-F238E27FC236}">
                    <a16:creationId xmlns:a16="http://schemas.microsoft.com/office/drawing/2014/main" id="{EC20FAA0-DCF2-82EA-E959-33E23F8E9A2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267143" y="4046297"/>
                <a:ext cx="191124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8" name="Inkt 7">
                <a:extLst>
                  <a:ext uri="{FF2B5EF4-FFF2-40B4-BE49-F238E27FC236}">
                    <a16:creationId xmlns:a16="http://schemas.microsoft.com/office/drawing/2014/main" id="{11DDBB1F-51BD-0F06-AF8D-4ACE50658CC4}"/>
                  </a:ext>
                </a:extLst>
              </p14:cNvPr>
              <p14:cNvContentPartPr/>
              <p14:nvPr/>
            </p14:nvContentPartPr>
            <p14:xfrm>
              <a:off x="299983" y="4938017"/>
              <a:ext cx="1919160" cy="360"/>
            </p14:xfrm>
          </p:contentPart>
        </mc:Choice>
        <mc:Fallback xmlns="">
          <p:pic>
            <p:nvPicPr>
              <p:cNvPr id="8" name="Inkt 7">
                <a:extLst>
                  <a:ext uri="{FF2B5EF4-FFF2-40B4-BE49-F238E27FC236}">
                    <a16:creationId xmlns:a16="http://schemas.microsoft.com/office/drawing/2014/main" id="{11DDBB1F-51BD-0F06-AF8D-4ACE50658CC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46343" y="4830017"/>
                <a:ext cx="20268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9" name="Inkt 8">
                <a:extLst>
                  <a:ext uri="{FF2B5EF4-FFF2-40B4-BE49-F238E27FC236}">
                    <a16:creationId xmlns:a16="http://schemas.microsoft.com/office/drawing/2014/main" id="{D0580451-5359-5194-28B2-C09452F993B6}"/>
                  </a:ext>
                </a:extLst>
              </p14:cNvPr>
              <p14:cNvContentPartPr/>
              <p14:nvPr/>
            </p14:nvContentPartPr>
            <p14:xfrm>
              <a:off x="274063" y="5173097"/>
              <a:ext cx="1986120" cy="14040"/>
            </p14:xfrm>
          </p:contentPart>
        </mc:Choice>
        <mc:Fallback xmlns="">
          <p:pic>
            <p:nvPicPr>
              <p:cNvPr id="9" name="Inkt 8">
                <a:extLst>
                  <a:ext uri="{FF2B5EF4-FFF2-40B4-BE49-F238E27FC236}">
                    <a16:creationId xmlns:a16="http://schemas.microsoft.com/office/drawing/2014/main" id="{D0580451-5359-5194-28B2-C09452F993B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20423" y="5065097"/>
                <a:ext cx="2093760" cy="22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" name="Inkt 9">
                <a:extLst>
                  <a:ext uri="{FF2B5EF4-FFF2-40B4-BE49-F238E27FC236}">
                    <a16:creationId xmlns:a16="http://schemas.microsoft.com/office/drawing/2014/main" id="{DE4463C0-F9A2-3489-B880-4EFD08E6405E}"/>
                  </a:ext>
                </a:extLst>
              </p14:cNvPr>
              <p14:cNvContentPartPr/>
              <p14:nvPr/>
            </p14:nvContentPartPr>
            <p14:xfrm>
              <a:off x="261103" y="4650377"/>
              <a:ext cx="528480" cy="360"/>
            </p14:xfrm>
          </p:contentPart>
        </mc:Choice>
        <mc:Fallback xmlns="">
          <p:pic>
            <p:nvPicPr>
              <p:cNvPr id="10" name="Inkt 9">
                <a:extLst>
                  <a:ext uri="{FF2B5EF4-FFF2-40B4-BE49-F238E27FC236}">
                    <a16:creationId xmlns:a16="http://schemas.microsoft.com/office/drawing/2014/main" id="{DE4463C0-F9A2-3489-B880-4EFD08E6405E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07463" y="4542377"/>
                <a:ext cx="636120" cy="21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384183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298E44-FF0F-667B-AD22-C53A70AF0F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Afbeelding 9">
            <a:extLst>
              <a:ext uri="{FF2B5EF4-FFF2-40B4-BE49-F238E27FC236}">
                <a16:creationId xmlns:a16="http://schemas.microsoft.com/office/drawing/2014/main" id="{7735ADC8-E107-9847-3F57-0A2C7FFA10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  <p:pic>
        <p:nvPicPr>
          <p:cNvPr id="6" name="Afbeelding 5">
            <a:extLst>
              <a:ext uri="{FF2B5EF4-FFF2-40B4-BE49-F238E27FC236}">
                <a16:creationId xmlns:a16="http://schemas.microsoft.com/office/drawing/2014/main" id="{7C744ADE-0DE2-7530-945A-13D753B8E00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71" t="30057" r="76643" b="20026"/>
          <a:stretch>
            <a:fillRect/>
          </a:stretch>
        </p:blipFill>
        <p:spPr>
          <a:xfrm>
            <a:off x="7144620" y="1116984"/>
            <a:ext cx="4494385" cy="462403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2" name="Inkt 11">
                <a:extLst>
                  <a:ext uri="{FF2B5EF4-FFF2-40B4-BE49-F238E27FC236}">
                    <a16:creationId xmlns:a16="http://schemas.microsoft.com/office/drawing/2014/main" id="{F76ECDA4-1BA1-D7B3-FC2B-F49E51E580A6}"/>
                  </a:ext>
                </a:extLst>
              </p14:cNvPr>
              <p14:cNvContentPartPr/>
              <p14:nvPr/>
            </p14:nvContentPartPr>
            <p14:xfrm>
              <a:off x="235183" y="4584857"/>
              <a:ext cx="565200" cy="8280"/>
            </p14:xfrm>
          </p:contentPart>
        </mc:Choice>
        <mc:Fallback xmlns="">
          <p:pic>
            <p:nvPicPr>
              <p:cNvPr id="12" name="Inkt 11">
                <a:extLst>
                  <a:ext uri="{FF2B5EF4-FFF2-40B4-BE49-F238E27FC236}">
                    <a16:creationId xmlns:a16="http://schemas.microsoft.com/office/drawing/2014/main" id="{F76ECDA4-1BA1-D7B3-FC2B-F49E51E580A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81543" y="4477217"/>
                <a:ext cx="672840" cy="22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3" name="Inkt 12">
                <a:extLst>
                  <a:ext uri="{FF2B5EF4-FFF2-40B4-BE49-F238E27FC236}">
                    <a16:creationId xmlns:a16="http://schemas.microsoft.com/office/drawing/2014/main" id="{29CDEE72-9D30-4238-28F9-E7144255C47C}"/>
                  </a:ext>
                </a:extLst>
              </p14:cNvPr>
              <p14:cNvContentPartPr/>
              <p14:nvPr/>
            </p14:nvContentPartPr>
            <p14:xfrm>
              <a:off x="352543" y="4859537"/>
              <a:ext cx="1266840" cy="360"/>
            </p14:xfrm>
          </p:contentPart>
        </mc:Choice>
        <mc:Fallback xmlns="">
          <p:pic>
            <p:nvPicPr>
              <p:cNvPr id="13" name="Inkt 12">
                <a:extLst>
                  <a:ext uri="{FF2B5EF4-FFF2-40B4-BE49-F238E27FC236}">
                    <a16:creationId xmlns:a16="http://schemas.microsoft.com/office/drawing/2014/main" id="{29CDEE72-9D30-4238-28F9-E7144255C47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98543" y="4751537"/>
                <a:ext cx="137448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4" name="Inkt 13">
                <a:extLst>
                  <a:ext uri="{FF2B5EF4-FFF2-40B4-BE49-F238E27FC236}">
                    <a16:creationId xmlns:a16="http://schemas.microsoft.com/office/drawing/2014/main" id="{9A7CD3E7-1021-ACD0-AC6F-0B21891BD7ED}"/>
                  </a:ext>
                </a:extLst>
              </p14:cNvPr>
              <p14:cNvContentPartPr/>
              <p14:nvPr/>
            </p14:nvContentPartPr>
            <p14:xfrm>
              <a:off x="221863" y="5016137"/>
              <a:ext cx="1447200" cy="360"/>
            </p14:xfrm>
          </p:contentPart>
        </mc:Choice>
        <mc:Fallback xmlns="">
          <p:pic>
            <p:nvPicPr>
              <p:cNvPr id="14" name="Inkt 13">
                <a:extLst>
                  <a:ext uri="{FF2B5EF4-FFF2-40B4-BE49-F238E27FC236}">
                    <a16:creationId xmlns:a16="http://schemas.microsoft.com/office/drawing/2014/main" id="{9A7CD3E7-1021-ACD0-AC6F-0B21891BD7E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67863" y="4908497"/>
                <a:ext cx="155484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5" name="Inkt 14">
                <a:extLst>
                  <a:ext uri="{FF2B5EF4-FFF2-40B4-BE49-F238E27FC236}">
                    <a16:creationId xmlns:a16="http://schemas.microsoft.com/office/drawing/2014/main" id="{45AF186D-7B13-7968-9322-3473DA1CE2F1}"/>
                  </a:ext>
                </a:extLst>
              </p14:cNvPr>
              <p14:cNvContentPartPr/>
              <p14:nvPr/>
            </p14:nvContentPartPr>
            <p14:xfrm>
              <a:off x="248143" y="4806977"/>
              <a:ext cx="663480" cy="360"/>
            </p14:xfrm>
          </p:contentPart>
        </mc:Choice>
        <mc:Fallback xmlns="">
          <p:pic>
            <p:nvPicPr>
              <p:cNvPr id="15" name="Inkt 14">
                <a:extLst>
                  <a:ext uri="{FF2B5EF4-FFF2-40B4-BE49-F238E27FC236}">
                    <a16:creationId xmlns:a16="http://schemas.microsoft.com/office/drawing/2014/main" id="{45AF186D-7B13-7968-9322-3473DA1CE2F1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94503" y="4699337"/>
                <a:ext cx="77112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9" name="Inkt 18">
                <a:extLst>
                  <a:ext uri="{FF2B5EF4-FFF2-40B4-BE49-F238E27FC236}">
                    <a16:creationId xmlns:a16="http://schemas.microsoft.com/office/drawing/2014/main" id="{7DC092C9-417D-A05E-65C9-810BBE77163C}"/>
                  </a:ext>
                </a:extLst>
              </p14:cNvPr>
              <p14:cNvContentPartPr/>
              <p14:nvPr/>
            </p14:nvContentPartPr>
            <p14:xfrm>
              <a:off x="8399623" y="3553097"/>
              <a:ext cx="2660400" cy="27360"/>
            </p14:xfrm>
          </p:contentPart>
        </mc:Choice>
        <mc:Fallback xmlns="">
          <p:pic>
            <p:nvPicPr>
              <p:cNvPr id="19" name="Inkt 18">
                <a:extLst>
                  <a:ext uri="{FF2B5EF4-FFF2-40B4-BE49-F238E27FC236}">
                    <a16:creationId xmlns:a16="http://schemas.microsoft.com/office/drawing/2014/main" id="{7DC092C9-417D-A05E-65C9-810BBE77163C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8345623" y="3445097"/>
                <a:ext cx="2768040" cy="243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6280869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382707-95FB-6716-D428-D5637B4B29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Afbeelding 5">
            <a:extLst>
              <a:ext uri="{FF2B5EF4-FFF2-40B4-BE49-F238E27FC236}">
                <a16:creationId xmlns:a16="http://schemas.microsoft.com/office/drawing/2014/main" id="{38B3E04C-B82C-A173-6744-BDE064CC33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  <p:pic>
        <p:nvPicPr>
          <p:cNvPr id="4" name="Afbeelding 3">
            <a:extLst>
              <a:ext uri="{FF2B5EF4-FFF2-40B4-BE49-F238E27FC236}">
                <a16:creationId xmlns:a16="http://schemas.microsoft.com/office/drawing/2014/main" id="{D9F4425E-37B8-7456-5520-0A8ABAB485D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71" t="30057" r="76643" b="20026"/>
          <a:stretch>
            <a:fillRect/>
          </a:stretch>
        </p:blipFill>
        <p:spPr>
          <a:xfrm>
            <a:off x="7144620" y="1116984"/>
            <a:ext cx="4494385" cy="462403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t 1">
                <a:extLst>
                  <a:ext uri="{FF2B5EF4-FFF2-40B4-BE49-F238E27FC236}">
                    <a16:creationId xmlns:a16="http://schemas.microsoft.com/office/drawing/2014/main" id="{D5394758-BC2B-E520-A700-8A0C43E64A29}"/>
                  </a:ext>
                </a:extLst>
              </p14:cNvPr>
              <p14:cNvContentPartPr/>
              <p14:nvPr/>
            </p14:nvContentPartPr>
            <p14:xfrm>
              <a:off x="8386663" y="2703137"/>
              <a:ext cx="2051640" cy="40680"/>
            </p14:xfrm>
          </p:contentPart>
        </mc:Choice>
        <mc:Fallback xmlns="">
          <p:pic>
            <p:nvPicPr>
              <p:cNvPr id="2" name="Inkt 1">
                <a:extLst>
                  <a:ext uri="{FF2B5EF4-FFF2-40B4-BE49-F238E27FC236}">
                    <a16:creationId xmlns:a16="http://schemas.microsoft.com/office/drawing/2014/main" id="{D5394758-BC2B-E520-A700-8A0C43E64A2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332663" y="2595137"/>
                <a:ext cx="2159280" cy="25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" name="Inkt 2">
                <a:extLst>
                  <a:ext uri="{FF2B5EF4-FFF2-40B4-BE49-F238E27FC236}">
                    <a16:creationId xmlns:a16="http://schemas.microsoft.com/office/drawing/2014/main" id="{249400F9-32E6-345C-BF04-012FC36FD0BA}"/>
                  </a:ext>
                </a:extLst>
              </p14:cNvPr>
              <p14:cNvContentPartPr/>
              <p14:nvPr/>
            </p14:nvContentPartPr>
            <p14:xfrm>
              <a:off x="8425543" y="3004457"/>
              <a:ext cx="1536120" cy="27000"/>
            </p14:xfrm>
          </p:contentPart>
        </mc:Choice>
        <mc:Fallback xmlns="">
          <p:pic>
            <p:nvPicPr>
              <p:cNvPr id="3" name="Inkt 2">
                <a:extLst>
                  <a:ext uri="{FF2B5EF4-FFF2-40B4-BE49-F238E27FC236}">
                    <a16:creationId xmlns:a16="http://schemas.microsoft.com/office/drawing/2014/main" id="{249400F9-32E6-345C-BF04-012FC36FD0B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371543" y="2896457"/>
                <a:ext cx="1643760" cy="24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7" name="Inkt 16">
                <a:extLst>
                  <a:ext uri="{FF2B5EF4-FFF2-40B4-BE49-F238E27FC236}">
                    <a16:creationId xmlns:a16="http://schemas.microsoft.com/office/drawing/2014/main" id="{3D421D08-A62C-8B1C-09DF-02415766E763}"/>
                  </a:ext>
                </a:extLst>
              </p14:cNvPr>
              <p14:cNvContentPartPr/>
              <p14:nvPr/>
            </p14:nvContentPartPr>
            <p14:xfrm>
              <a:off x="169663" y="5642897"/>
              <a:ext cx="603360" cy="40680"/>
            </p14:xfrm>
          </p:contentPart>
        </mc:Choice>
        <mc:Fallback xmlns="">
          <p:pic>
            <p:nvPicPr>
              <p:cNvPr id="17" name="Inkt 16">
                <a:extLst>
                  <a:ext uri="{FF2B5EF4-FFF2-40B4-BE49-F238E27FC236}">
                    <a16:creationId xmlns:a16="http://schemas.microsoft.com/office/drawing/2014/main" id="{3D421D08-A62C-8B1C-09DF-02415766E76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16023" y="5535257"/>
                <a:ext cx="711000" cy="25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8" name="Inkt 17">
                <a:extLst>
                  <a:ext uri="{FF2B5EF4-FFF2-40B4-BE49-F238E27FC236}">
                    <a16:creationId xmlns:a16="http://schemas.microsoft.com/office/drawing/2014/main" id="{C7447311-DEB1-E247-F705-8D0895999D31}"/>
                  </a:ext>
                </a:extLst>
              </p14:cNvPr>
              <p14:cNvContentPartPr/>
              <p14:nvPr/>
            </p14:nvContentPartPr>
            <p14:xfrm>
              <a:off x="208543" y="5904257"/>
              <a:ext cx="1927440" cy="360"/>
            </p14:xfrm>
          </p:contentPart>
        </mc:Choice>
        <mc:Fallback xmlns="">
          <p:pic>
            <p:nvPicPr>
              <p:cNvPr id="18" name="Inkt 17">
                <a:extLst>
                  <a:ext uri="{FF2B5EF4-FFF2-40B4-BE49-F238E27FC236}">
                    <a16:creationId xmlns:a16="http://schemas.microsoft.com/office/drawing/2014/main" id="{C7447311-DEB1-E247-F705-8D0895999D31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54903" y="5796617"/>
                <a:ext cx="203508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9" name="Inkt 18">
                <a:extLst>
                  <a:ext uri="{FF2B5EF4-FFF2-40B4-BE49-F238E27FC236}">
                    <a16:creationId xmlns:a16="http://schemas.microsoft.com/office/drawing/2014/main" id="{0E03BC8E-4334-97D6-F7B8-7D50E94C5B9B}"/>
                  </a:ext>
                </a:extLst>
              </p14:cNvPr>
              <p14:cNvContentPartPr/>
              <p14:nvPr/>
            </p14:nvContentPartPr>
            <p14:xfrm>
              <a:off x="195583" y="6098657"/>
              <a:ext cx="1863360" cy="54000"/>
            </p14:xfrm>
          </p:contentPart>
        </mc:Choice>
        <mc:Fallback xmlns="">
          <p:pic>
            <p:nvPicPr>
              <p:cNvPr id="19" name="Inkt 18">
                <a:extLst>
                  <a:ext uri="{FF2B5EF4-FFF2-40B4-BE49-F238E27FC236}">
                    <a16:creationId xmlns:a16="http://schemas.microsoft.com/office/drawing/2014/main" id="{0E03BC8E-4334-97D6-F7B8-7D50E94C5B9B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41943" y="5991017"/>
                <a:ext cx="1971000" cy="269640"/>
              </a:xfrm>
              <a:prstGeom prst="rect">
                <a:avLst/>
              </a:prstGeom>
            </p:spPr>
          </p:pic>
        </mc:Fallback>
      </mc:AlternateContent>
      <p:sp>
        <p:nvSpPr>
          <p:cNvPr id="20" name="Tekstvak 19">
            <a:extLst>
              <a:ext uri="{FF2B5EF4-FFF2-40B4-BE49-F238E27FC236}">
                <a16:creationId xmlns:a16="http://schemas.microsoft.com/office/drawing/2014/main" id="{72114F03-8DA3-CDD5-FFFE-71B08BD7426D}"/>
              </a:ext>
            </a:extLst>
          </p:cNvPr>
          <p:cNvSpPr txBox="1"/>
          <p:nvPr/>
        </p:nvSpPr>
        <p:spPr>
          <a:xfrm>
            <a:off x="8267638" y="3209185"/>
            <a:ext cx="3095719" cy="33855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nl-BE" sz="16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fietspad niet apart ingetekend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1" name="Inkt 20">
                <a:extLst>
                  <a:ext uri="{FF2B5EF4-FFF2-40B4-BE49-F238E27FC236}">
                    <a16:creationId xmlns:a16="http://schemas.microsoft.com/office/drawing/2014/main" id="{3BC68314-F4A5-9F72-4164-2F69AA9E62DC}"/>
                  </a:ext>
                </a:extLst>
              </p14:cNvPr>
              <p14:cNvContentPartPr/>
              <p14:nvPr/>
            </p14:nvContentPartPr>
            <p14:xfrm>
              <a:off x="8334103" y="3330977"/>
              <a:ext cx="2878920" cy="360"/>
            </p14:xfrm>
          </p:contentPart>
        </mc:Choice>
        <mc:Fallback xmlns="">
          <p:pic>
            <p:nvPicPr>
              <p:cNvPr id="21" name="Inkt 20">
                <a:extLst>
                  <a:ext uri="{FF2B5EF4-FFF2-40B4-BE49-F238E27FC236}">
                    <a16:creationId xmlns:a16="http://schemas.microsoft.com/office/drawing/2014/main" id="{3BC68314-F4A5-9F72-4164-2F69AA9E62DC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280103" y="3222977"/>
                <a:ext cx="2986560" cy="21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995904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93230E-CD31-0506-9B10-1A6A77880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Afbeelding 7">
            <a:extLst>
              <a:ext uri="{FF2B5EF4-FFF2-40B4-BE49-F238E27FC236}">
                <a16:creationId xmlns:a16="http://schemas.microsoft.com/office/drawing/2014/main" id="{C2EB3F89-CB2B-0012-FD66-9D9907E59C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  <p:pic>
        <p:nvPicPr>
          <p:cNvPr id="4" name="Afbeelding 3">
            <a:extLst>
              <a:ext uri="{FF2B5EF4-FFF2-40B4-BE49-F238E27FC236}">
                <a16:creationId xmlns:a16="http://schemas.microsoft.com/office/drawing/2014/main" id="{3B118018-8814-3FC0-E93D-1F8BE3BE536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71" t="30057" r="76643" b="20026"/>
          <a:stretch>
            <a:fillRect/>
          </a:stretch>
        </p:blipFill>
        <p:spPr>
          <a:xfrm>
            <a:off x="7144620" y="1116984"/>
            <a:ext cx="4494385" cy="462403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t 1">
                <a:extLst>
                  <a:ext uri="{FF2B5EF4-FFF2-40B4-BE49-F238E27FC236}">
                    <a16:creationId xmlns:a16="http://schemas.microsoft.com/office/drawing/2014/main" id="{FFBF234D-D9BA-3A2F-1C8E-CCE203B9B151}"/>
                  </a:ext>
                </a:extLst>
              </p14:cNvPr>
              <p14:cNvContentPartPr/>
              <p14:nvPr/>
            </p14:nvContentPartPr>
            <p14:xfrm>
              <a:off x="8386663" y="2703137"/>
              <a:ext cx="2051640" cy="40680"/>
            </p14:xfrm>
          </p:contentPart>
        </mc:Choice>
        <mc:Fallback xmlns="">
          <p:pic>
            <p:nvPicPr>
              <p:cNvPr id="2" name="Inkt 1">
                <a:extLst>
                  <a:ext uri="{FF2B5EF4-FFF2-40B4-BE49-F238E27FC236}">
                    <a16:creationId xmlns:a16="http://schemas.microsoft.com/office/drawing/2014/main" id="{FFBF234D-D9BA-3A2F-1C8E-CCE203B9B15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332663" y="2595137"/>
                <a:ext cx="2159280" cy="25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" name="Inkt 2">
                <a:extLst>
                  <a:ext uri="{FF2B5EF4-FFF2-40B4-BE49-F238E27FC236}">
                    <a16:creationId xmlns:a16="http://schemas.microsoft.com/office/drawing/2014/main" id="{D4CCB876-5DC1-23B1-B603-ED293550F218}"/>
                  </a:ext>
                </a:extLst>
              </p14:cNvPr>
              <p14:cNvContentPartPr/>
              <p14:nvPr/>
            </p14:nvContentPartPr>
            <p14:xfrm>
              <a:off x="8425543" y="3004457"/>
              <a:ext cx="1536120" cy="27000"/>
            </p14:xfrm>
          </p:contentPart>
        </mc:Choice>
        <mc:Fallback xmlns="">
          <p:pic>
            <p:nvPicPr>
              <p:cNvPr id="3" name="Inkt 2">
                <a:extLst>
                  <a:ext uri="{FF2B5EF4-FFF2-40B4-BE49-F238E27FC236}">
                    <a16:creationId xmlns:a16="http://schemas.microsoft.com/office/drawing/2014/main" id="{D4CCB876-5DC1-23B1-B603-ED293550F21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371543" y="2896457"/>
                <a:ext cx="1643760" cy="242640"/>
              </a:xfrm>
              <a:prstGeom prst="rect">
                <a:avLst/>
              </a:prstGeom>
            </p:spPr>
          </p:pic>
        </mc:Fallback>
      </mc:AlternateContent>
      <p:sp>
        <p:nvSpPr>
          <p:cNvPr id="20" name="Tekstvak 19">
            <a:extLst>
              <a:ext uri="{FF2B5EF4-FFF2-40B4-BE49-F238E27FC236}">
                <a16:creationId xmlns:a16="http://schemas.microsoft.com/office/drawing/2014/main" id="{BCE78EF5-AD6E-EBE1-5DB7-69E5D5389B7F}"/>
              </a:ext>
            </a:extLst>
          </p:cNvPr>
          <p:cNvSpPr txBox="1"/>
          <p:nvPr/>
        </p:nvSpPr>
        <p:spPr>
          <a:xfrm>
            <a:off x="8267638" y="3209185"/>
            <a:ext cx="2674130" cy="33855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nl-BE" sz="16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fietspad apart ingetekend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" name="Inkt 4">
                <a:extLst>
                  <a:ext uri="{FF2B5EF4-FFF2-40B4-BE49-F238E27FC236}">
                    <a16:creationId xmlns:a16="http://schemas.microsoft.com/office/drawing/2014/main" id="{0FEA0A16-C6EE-34C4-1EA5-2A72E964036F}"/>
                  </a:ext>
                </a:extLst>
              </p14:cNvPr>
              <p14:cNvContentPartPr/>
              <p14:nvPr/>
            </p14:nvContentPartPr>
            <p14:xfrm>
              <a:off x="8412583" y="3305057"/>
              <a:ext cx="2520360" cy="360"/>
            </p14:xfrm>
          </p:contentPart>
        </mc:Choice>
        <mc:Fallback xmlns="">
          <p:pic>
            <p:nvPicPr>
              <p:cNvPr id="5" name="Inkt 4">
                <a:extLst>
                  <a:ext uri="{FF2B5EF4-FFF2-40B4-BE49-F238E27FC236}">
                    <a16:creationId xmlns:a16="http://schemas.microsoft.com/office/drawing/2014/main" id="{0FEA0A16-C6EE-34C4-1EA5-2A72E964036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358583" y="3197057"/>
                <a:ext cx="262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9" name="Inkt 8">
                <a:extLst>
                  <a:ext uri="{FF2B5EF4-FFF2-40B4-BE49-F238E27FC236}">
                    <a16:creationId xmlns:a16="http://schemas.microsoft.com/office/drawing/2014/main" id="{65AB3126-9342-079C-A379-A36310F56578}"/>
                  </a:ext>
                </a:extLst>
              </p14:cNvPr>
              <p14:cNvContentPartPr/>
              <p14:nvPr/>
            </p14:nvContentPartPr>
            <p14:xfrm>
              <a:off x="299983" y="5016137"/>
              <a:ext cx="497160" cy="360"/>
            </p14:xfrm>
          </p:contentPart>
        </mc:Choice>
        <mc:Fallback xmlns="">
          <p:pic>
            <p:nvPicPr>
              <p:cNvPr id="9" name="Inkt 8">
                <a:extLst>
                  <a:ext uri="{FF2B5EF4-FFF2-40B4-BE49-F238E27FC236}">
                    <a16:creationId xmlns:a16="http://schemas.microsoft.com/office/drawing/2014/main" id="{65AB3126-9342-079C-A379-A36310F56578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46343" y="4908497"/>
                <a:ext cx="6048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0" name="Inkt 9">
                <a:extLst>
                  <a:ext uri="{FF2B5EF4-FFF2-40B4-BE49-F238E27FC236}">
                    <a16:creationId xmlns:a16="http://schemas.microsoft.com/office/drawing/2014/main" id="{FF5CFEFB-6C49-381E-1230-5C66A8A1E652}"/>
                  </a:ext>
                </a:extLst>
              </p14:cNvPr>
              <p14:cNvContentPartPr/>
              <p14:nvPr/>
            </p14:nvContentPartPr>
            <p14:xfrm>
              <a:off x="313663" y="5264537"/>
              <a:ext cx="2188440" cy="360"/>
            </p14:xfrm>
          </p:contentPart>
        </mc:Choice>
        <mc:Fallback xmlns="">
          <p:pic>
            <p:nvPicPr>
              <p:cNvPr id="10" name="Inkt 9">
                <a:extLst>
                  <a:ext uri="{FF2B5EF4-FFF2-40B4-BE49-F238E27FC236}">
                    <a16:creationId xmlns:a16="http://schemas.microsoft.com/office/drawing/2014/main" id="{FF5CFEFB-6C49-381E-1230-5C66A8A1E652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59663" y="5156537"/>
                <a:ext cx="229608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1" name="Inkt 10">
                <a:extLst>
                  <a:ext uri="{FF2B5EF4-FFF2-40B4-BE49-F238E27FC236}">
                    <a16:creationId xmlns:a16="http://schemas.microsoft.com/office/drawing/2014/main" id="{08916DCD-42C2-36CE-32C1-DD4B20453D13}"/>
                  </a:ext>
                </a:extLst>
              </p14:cNvPr>
              <p14:cNvContentPartPr/>
              <p14:nvPr/>
            </p14:nvContentPartPr>
            <p14:xfrm>
              <a:off x="287023" y="5458937"/>
              <a:ext cx="2300400" cy="14760"/>
            </p14:xfrm>
          </p:contentPart>
        </mc:Choice>
        <mc:Fallback xmlns="">
          <p:pic>
            <p:nvPicPr>
              <p:cNvPr id="11" name="Inkt 10">
                <a:extLst>
                  <a:ext uri="{FF2B5EF4-FFF2-40B4-BE49-F238E27FC236}">
                    <a16:creationId xmlns:a16="http://schemas.microsoft.com/office/drawing/2014/main" id="{08916DCD-42C2-36CE-32C1-DD4B20453D13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33383" y="5350937"/>
                <a:ext cx="2408040" cy="23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2" name="Inkt 11">
                <a:extLst>
                  <a:ext uri="{FF2B5EF4-FFF2-40B4-BE49-F238E27FC236}">
                    <a16:creationId xmlns:a16="http://schemas.microsoft.com/office/drawing/2014/main" id="{6DACE41F-742B-C82D-9D2F-A648F4E09F1C}"/>
                  </a:ext>
                </a:extLst>
              </p14:cNvPr>
              <p14:cNvContentPartPr/>
              <p14:nvPr/>
            </p14:nvContentPartPr>
            <p14:xfrm>
              <a:off x="221863" y="4375697"/>
              <a:ext cx="2192760" cy="360"/>
            </p14:xfrm>
          </p:contentPart>
        </mc:Choice>
        <mc:Fallback xmlns="">
          <p:pic>
            <p:nvPicPr>
              <p:cNvPr id="12" name="Inkt 11">
                <a:extLst>
                  <a:ext uri="{FF2B5EF4-FFF2-40B4-BE49-F238E27FC236}">
                    <a16:creationId xmlns:a16="http://schemas.microsoft.com/office/drawing/2014/main" id="{6DACE41F-742B-C82D-9D2F-A648F4E09F1C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67863" y="4267697"/>
                <a:ext cx="2300400" cy="21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9764621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C131BF-8D4A-03D8-3EC5-75817BA59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Afbeelding 12">
            <a:extLst>
              <a:ext uri="{FF2B5EF4-FFF2-40B4-BE49-F238E27FC236}">
                <a16:creationId xmlns:a16="http://schemas.microsoft.com/office/drawing/2014/main" id="{BD300469-FC6A-7546-2F22-BA7504A565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  <p:pic>
        <p:nvPicPr>
          <p:cNvPr id="4" name="Afbeelding 3">
            <a:extLst>
              <a:ext uri="{FF2B5EF4-FFF2-40B4-BE49-F238E27FC236}">
                <a16:creationId xmlns:a16="http://schemas.microsoft.com/office/drawing/2014/main" id="{CE2C4E87-93C6-194D-1267-9C6510F2518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71" t="30057" r="76643" b="20026"/>
          <a:stretch>
            <a:fillRect/>
          </a:stretch>
        </p:blipFill>
        <p:spPr>
          <a:xfrm>
            <a:off x="7144620" y="1116984"/>
            <a:ext cx="4494385" cy="462403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t 1">
                <a:extLst>
                  <a:ext uri="{FF2B5EF4-FFF2-40B4-BE49-F238E27FC236}">
                    <a16:creationId xmlns:a16="http://schemas.microsoft.com/office/drawing/2014/main" id="{31490143-1121-AA62-A787-E23C2965A2FB}"/>
                  </a:ext>
                </a:extLst>
              </p14:cNvPr>
              <p14:cNvContentPartPr/>
              <p14:nvPr/>
            </p14:nvContentPartPr>
            <p14:xfrm>
              <a:off x="8386663" y="2703137"/>
              <a:ext cx="2051640" cy="40680"/>
            </p14:xfrm>
          </p:contentPart>
        </mc:Choice>
        <mc:Fallback xmlns="">
          <p:pic>
            <p:nvPicPr>
              <p:cNvPr id="2" name="Inkt 1">
                <a:extLst>
                  <a:ext uri="{FF2B5EF4-FFF2-40B4-BE49-F238E27FC236}">
                    <a16:creationId xmlns:a16="http://schemas.microsoft.com/office/drawing/2014/main" id="{31490143-1121-AA62-A787-E23C2965A2F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332663" y="2595137"/>
                <a:ext cx="2159280" cy="25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" name="Inkt 2">
                <a:extLst>
                  <a:ext uri="{FF2B5EF4-FFF2-40B4-BE49-F238E27FC236}">
                    <a16:creationId xmlns:a16="http://schemas.microsoft.com/office/drawing/2014/main" id="{7AA12EFC-969A-E3CE-A4D5-F9B3A3452074}"/>
                  </a:ext>
                </a:extLst>
              </p14:cNvPr>
              <p14:cNvContentPartPr/>
              <p14:nvPr/>
            </p14:nvContentPartPr>
            <p14:xfrm>
              <a:off x="8425543" y="3004457"/>
              <a:ext cx="1536120" cy="27000"/>
            </p14:xfrm>
          </p:contentPart>
        </mc:Choice>
        <mc:Fallback xmlns="">
          <p:pic>
            <p:nvPicPr>
              <p:cNvPr id="3" name="Inkt 2">
                <a:extLst>
                  <a:ext uri="{FF2B5EF4-FFF2-40B4-BE49-F238E27FC236}">
                    <a16:creationId xmlns:a16="http://schemas.microsoft.com/office/drawing/2014/main" id="{7AA12EFC-969A-E3CE-A4D5-F9B3A345207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371543" y="2896457"/>
                <a:ext cx="1643760" cy="242640"/>
              </a:xfrm>
              <a:prstGeom prst="rect">
                <a:avLst/>
              </a:prstGeom>
            </p:spPr>
          </p:pic>
        </mc:Fallback>
      </mc:AlternateContent>
      <p:sp>
        <p:nvSpPr>
          <p:cNvPr id="20" name="Tekstvak 19">
            <a:extLst>
              <a:ext uri="{FF2B5EF4-FFF2-40B4-BE49-F238E27FC236}">
                <a16:creationId xmlns:a16="http://schemas.microsoft.com/office/drawing/2014/main" id="{00CEDCB8-7415-2125-0F94-4BC23068E391}"/>
              </a:ext>
            </a:extLst>
          </p:cNvPr>
          <p:cNvSpPr txBox="1"/>
          <p:nvPr/>
        </p:nvSpPr>
        <p:spPr>
          <a:xfrm>
            <a:off x="8267638" y="3209185"/>
            <a:ext cx="2674130" cy="33855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nl-BE" sz="16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fietspad apart ingetekend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" name="Inkt 4">
                <a:extLst>
                  <a:ext uri="{FF2B5EF4-FFF2-40B4-BE49-F238E27FC236}">
                    <a16:creationId xmlns:a16="http://schemas.microsoft.com/office/drawing/2014/main" id="{1F340F0D-D92A-6402-9709-4A6930A94CCF}"/>
                  </a:ext>
                </a:extLst>
              </p14:cNvPr>
              <p14:cNvContentPartPr/>
              <p14:nvPr/>
            </p14:nvContentPartPr>
            <p14:xfrm>
              <a:off x="8412583" y="3305057"/>
              <a:ext cx="2520360" cy="360"/>
            </p14:xfrm>
          </p:contentPart>
        </mc:Choice>
        <mc:Fallback xmlns="">
          <p:pic>
            <p:nvPicPr>
              <p:cNvPr id="5" name="Inkt 4">
                <a:extLst>
                  <a:ext uri="{FF2B5EF4-FFF2-40B4-BE49-F238E27FC236}">
                    <a16:creationId xmlns:a16="http://schemas.microsoft.com/office/drawing/2014/main" id="{1F340F0D-D92A-6402-9709-4A6930A94CC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358583" y="3197057"/>
                <a:ext cx="262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4" name="Inkt 13">
                <a:extLst>
                  <a:ext uri="{FF2B5EF4-FFF2-40B4-BE49-F238E27FC236}">
                    <a16:creationId xmlns:a16="http://schemas.microsoft.com/office/drawing/2014/main" id="{C3962D86-439F-12FF-5A2A-F45F2CC0FE5F}"/>
                  </a:ext>
                </a:extLst>
              </p14:cNvPr>
              <p14:cNvContentPartPr/>
              <p14:nvPr/>
            </p14:nvContentPartPr>
            <p14:xfrm>
              <a:off x="261103" y="2782337"/>
              <a:ext cx="888120" cy="13680"/>
            </p14:xfrm>
          </p:contentPart>
        </mc:Choice>
        <mc:Fallback xmlns="">
          <p:pic>
            <p:nvPicPr>
              <p:cNvPr id="14" name="Inkt 13">
                <a:extLst>
                  <a:ext uri="{FF2B5EF4-FFF2-40B4-BE49-F238E27FC236}">
                    <a16:creationId xmlns:a16="http://schemas.microsoft.com/office/drawing/2014/main" id="{C3962D86-439F-12FF-5A2A-F45F2CC0FE5F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07463" y="2674337"/>
                <a:ext cx="995760" cy="22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5" name="Inkt 14">
                <a:extLst>
                  <a:ext uri="{FF2B5EF4-FFF2-40B4-BE49-F238E27FC236}">
                    <a16:creationId xmlns:a16="http://schemas.microsoft.com/office/drawing/2014/main" id="{83B642D3-EEBC-E2DE-36F6-EE2E0E3FCFA2}"/>
                  </a:ext>
                </a:extLst>
              </p14:cNvPr>
              <p14:cNvContentPartPr/>
              <p14:nvPr/>
            </p14:nvContentPartPr>
            <p14:xfrm>
              <a:off x="235183" y="2978537"/>
              <a:ext cx="278640" cy="360"/>
            </p14:xfrm>
          </p:contentPart>
        </mc:Choice>
        <mc:Fallback xmlns="">
          <p:pic>
            <p:nvPicPr>
              <p:cNvPr id="15" name="Inkt 14">
                <a:extLst>
                  <a:ext uri="{FF2B5EF4-FFF2-40B4-BE49-F238E27FC236}">
                    <a16:creationId xmlns:a16="http://schemas.microsoft.com/office/drawing/2014/main" id="{83B642D3-EEBC-E2DE-36F6-EE2E0E3FCFA2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81543" y="2870537"/>
                <a:ext cx="38628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6" name="Inkt 15">
                <a:extLst>
                  <a:ext uri="{FF2B5EF4-FFF2-40B4-BE49-F238E27FC236}">
                    <a16:creationId xmlns:a16="http://schemas.microsoft.com/office/drawing/2014/main" id="{39195C05-A054-4EB0-D362-7D153A36E875}"/>
                  </a:ext>
                </a:extLst>
              </p14:cNvPr>
              <p14:cNvContentPartPr/>
              <p14:nvPr/>
            </p14:nvContentPartPr>
            <p14:xfrm>
              <a:off x="195583" y="796937"/>
              <a:ext cx="820800" cy="360"/>
            </p14:xfrm>
          </p:contentPart>
        </mc:Choice>
        <mc:Fallback xmlns="">
          <p:pic>
            <p:nvPicPr>
              <p:cNvPr id="16" name="Inkt 15">
                <a:extLst>
                  <a:ext uri="{FF2B5EF4-FFF2-40B4-BE49-F238E27FC236}">
                    <a16:creationId xmlns:a16="http://schemas.microsoft.com/office/drawing/2014/main" id="{39195C05-A054-4EB0-D362-7D153A36E875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41943" y="688937"/>
                <a:ext cx="92844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7" name="Inkt 16">
                <a:extLst>
                  <a:ext uri="{FF2B5EF4-FFF2-40B4-BE49-F238E27FC236}">
                    <a16:creationId xmlns:a16="http://schemas.microsoft.com/office/drawing/2014/main" id="{4A11934A-0468-0B84-D419-F93BAC905040}"/>
                  </a:ext>
                </a:extLst>
              </p14:cNvPr>
              <p14:cNvContentPartPr/>
              <p14:nvPr/>
            </p14:nvContentPartPr>
            <p14:xfrm>
              <a:off x="705343" y="1201577"/>
              <a:ext cx="439200" cy="17280"/>
            </p14:xfrm>
          </p:contentPart>
        </mc:Choice>
        <mc:Fallback xmlns="">
          <p:pic>
            <p:nvPicPr>
              <p:cNvPr id="17" name="Inkt 16">
                <a:extLst>
                  <a:ext uri="{FF2B5EF4-FFF2-40B4-BE49-F238E27FC236}">
                    <a16:creationId xmlns:a16="http://schemas.microsoft.com/office/drawing/2014/main" id="{4A11934A-0468-0B84-D419-F93BAC905040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51703" y="1093937"/>
                <a:ext cx="546840" cy="232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6556228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Afbeelding 13">
            <a:extLst>
              <a:ext uri="{FF2B5EF4-FFF2-40B4-BE49-F238E27FC236}">
                <a16:creationId xmlns:a16="http://schemas.microsoft.com/office/drawing/2014/main" id="{170F7510-631C-134B-F689-FCBBE0CAB8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  <p:pic>
        <p:nvPicPr>
          <p:cNvPr id="4" name="Afbeelding 3">
            <a:extLst>
              <a:ext uri="{FF2B5EF4-FFF2-40B4-BE49-F238E27FC236}">
                <a16:creationId xmlns:a16="http://schemas.microsoft.com/office/drawing/2014/main" id="{58CC557C-1B7A-21A6-D5B1-AEC5B376A9A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71" t="30057" r="76643" b="20026"/>
          <a:stretch>
            <a:fillRect/>
          </a:stretch>
        </p:blipFill>
        <p:spPr>
          <a:xfrm>
            <a:off x="7144620" y="1116984"/>
            <a:ext cx="4494385" cy="462403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" name="Inkt 7">
                <a:extLst>
                  <a:ext uri="{FF2B5EF4-FFF2-40B4-BE49-F238E27FC236}">
                    <a16:creationId xmlns:a16="http://schemas.microsoft.com/office/drawing/2014/main" id="{DEDFCD70-1DA0-8791-1A8D-149AC6B407DD}"/>
                  </a:ext>
                </a:extLst>
              </p14:cNvPr>
              <p14:cNvContentPartPr/>
              <p14:nvPr/>
            </p14:nvContentPartPr>
            <p14:xfrm>
              <a:off x="326881" y="6113212"/>
              <a:ext cx="705960" cy="360"/>
            </p14:xfrm>
          </p:contentPart>
        </mc:Choice>
        <mc:Fallback xmlns="">
          <p:pic>
            <p:nvPicPr>
              <p:cNvPr id="8" name="Inkt 7">
                <a:extLst>
                  <a:ext uri="{FF2B5EF4-FFF2-40B4-BE49-F238E27FC236}">
                    <a16:creationId xmlns:a16="http://schemas.microsoft.com/office/drawing/2014/main" id="{DEDFCD70-1DA0-8791-1A8D-149AC6B407D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72881" y="6005572"/>
                <a:ext cx="8136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9" name="Inkt 8">
                <a:extLst>
                  <a:ext uri="{FF2B5EF4-FFF2-40B4-BE49-F238E27FC236}">
                    <a16:creationId xmlns:a16="http://schemas.microsoft.com/office/drawing/2014/main" id="{3206CCC7-2B1A-A58F-EC11-0D63330D9DC2}"/>
                  </a:ext>
                </a:extLst>
              </p14:cNvPr>
              <p14:cNvContentPartPr/>
              <p14:nvPr/>
            </p14:nvContentPartPr>
            <p14:xfrm>
              <a:off x="274321" y="6348652"/>
              <a:ext cx="240120" cy="360"/>
            </p14:xfrm>
          </p:contentPart>
        </mc:Choice>
        <mc:Fallback xmlns="">
          <p:pic>
            <p:nvPicPr>
              <p:cNvPr id="9" name="Inkt 8">
                <a:extLst>
                  <a:ext uri="{FF2B5EF4-FFF2-40B4-BE49-F238E27FC236}">
                    <a16:creationId xmlns:a16="http://schemas.microsoft.com/office/drawing/2014/main" id="{3206CCC7-2B1A-A58F-EC11-0D63330D9DC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20321" y="6240652"/>
                <a:ext cx="34776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1" name="Inkt 10">
                <a:extLst>
                  <a:ext uri="{FF2B5EF4-FFF2-40B4-BE49-F238E27FC236}">
                    <a16:creationId xmlns:a16="http://schemas.microsoft.com/office/drawing/2014/main" id="{9A1D904D-BDB0-2B4B-CFB0-59247D8936C3}"/>
                  </a:ext>
                </a:extLst>
              </p14:cNvPr>
              <p14:cNvContentPartPr/>
              <p14:nvPr/>
            </p14:nvContentPartPr>
            <p14:xfrm>
              <a:off x="8347269" y="2233697"/>
              <a:ext cx="861840" cy="66960"/>
            </p14:xfrm>
          </p:contentPart>
        </mc:Choice>
        <mc:Fallback xmlns="">
          <p:pic>
            <p:nvPicPr>
              <p:cNvPr id="11" name="Inkt 10">
                <a:extLst>
                  <a:ext uri="{FF2B5EF4-FFF2-40B4-BE49-F238E27FC236}">
                    <a16:creationId xmlns:a16="http://schemas.microsoft.com/office/drawing/2014/main" id="{9A1D904D-BDB0-2B4B-CFB0-59247D8936C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293629" y="2125697"/>
                <a:ext cx="969480" cy="28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5" name="Inkt 14">
                <a:extLst>
                  <a:ext uri="{FF2B5EF4-FFF2-40B4-BE49-F238E27FC236}">
                    <a16:creationId xmlns:a16="http://schemas.microsoft.com/office/drawing/2014/main" id="{A9364644-8D78-293C-4A69-EF4EAF3F220C}"/>
                  </a:ext>
                </a:extLst>
              </p14:cNvPr>
              <p14:cNvContentPartPr/>
              <p14:nvPr/>
            </p14:nvContentPartPr>
            <p14:xfrm>
              <a:off x="221863" y="1201577"/>
              <a:ext cx="980280" cy="14400"/>
            </p14:xfrm>
          </p:contentPart>
        </mc:Choice>
        <mc:Fallback xmlns="">
          <p:pic>
            <p:nvPicPr>
              <p:cNvPr id="15" name="Inkt 14">
                <a:extLst>
                  <a:ext uri="{FF2B5EF4-FFF2-40B4-BE49-F238E27FC236}">
                    <a16:creationId xmlns:a16="http://schemas.microsoft.com/office/drawing/2014/main" id="{A9364644-8D78-293C-4A69-EF4EAF3F220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67863" y="1093937"/>
                <a:ext cx="1087920" cy="23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6" name="Inkt 15">
                <a:extLst>
                  <a:ext uri="{FF2B5EF4-FFF2-40B4-BE49-F238E27FC236}">
                    <a16:creationId xmlns:a16="http://schemas.microsoft.com/office/drawing/2014/main" id="{B72690B2-2D90-15F5-CF2F-66F5F6F2C372}"/>
                  </a:ext>
                </a:extLst>
              </p14:cNvPr>
              <p14:cNvContentPartPr/>
              <p14:nvPr/>
            </p14:nvContentPartPr>
            <p14:xfrm>
              <a:off x="248143" y="1463657"/>
              <a:ext cx="196200" cy="25920"/>
            </p14:xfrm>
          </p:contentPart>
        </mc:Choice>
        <mc:Fallback xmlns="">
          <p:pic>
            <p:nvPicPr>
              <p:cNvPr id="16" name="Inkt 15">
                <a:extLst>
                  <a:ext uri="{FF2B5EF4-FFF2-40B4-BE49-F238E27FC236}">
                    <a16:creationId xmlns:a16="http://schemas.microsoft.com/office/drawing/2014/main" id="{B72690B2-2D90-15F5-CF2F-66F5F6F2C372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94503" y="1356017"/>
                <a:ext cx="303840" cy="241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3404002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421CF8-8617-BA4A-400E-794087B4D3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kstvak 3">
            <a:extLst>
              <a:ext uri="{FF2B5EF4-FFF2-40B4-BE49-F238E27FC236}">
                <a16:creationId xmlns:a16="http://schemas.microsoft.com/office/drawing/2014/main" id="{8D062617-8362-1FD1-8B21-DF839366BE36}"/>
              </a:ext>
            </a:extLst>
          </p:cNvPr>
          <p:cNvSpPr txBox="1"/>
          <p:nvPr/>
        </p:nvSpPr>
        <p:spPr>
          <a:xfrm>
            <a:off x="968202" y="2172733"/>
            <a:ext cx="1014831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nl-BE" sz="24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OSM.org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nl-BE" sz="24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account aanmaken</a:t>
            </a:r>
            <a:endParaRPr lang="nl-BE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nl-BE" sz="24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klik op “Bewerken”</a:t>
            </a:r>
            <a:endParaRPr lang="nl-BE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5" name="Tekstvak 4">
            <a:extLst>
              <a:ext uri="{FF2B5EF4-FFF2-40B4-BE49-F238E27FC236}">
                <a16:creationId xmlns:a16="http://schemas.microsoft.com/office/drawing/2014/main" id="{D914B9DB-AA6C-FD59-0F0B-EFD4674B0126}"/>
              </a:ext>
            </a:extLst>
          </p:cNvPr>
          <p:cNvSpPr txBox="1"/>
          <p:nvPr/>
        </p:nvSpPr>
        <p:spPr>
          <a:xfrm>
            <a:off x="968202" y="1126188"/>
            <a:ext cx="24144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32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Aan de slag</a:t>
            </a:r>
          </a:p>
        </p:txBody>
      </p:sp>
      <p:pic>
        <p:nvPicPr>
          <p:cNvPr id="3" name="Afbeelding 2">
            <a:extLst>
              <a:ext uri="{FF2B5EF4-FFF2-40B4-BE49-F238E27FC236}">
                <a16:creationId xmlns:a16="http://schemas.microsoft.com/office/drawing/2014/main" id="{1F975E30-A6EF-F641-107D-705D8CCB08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3791" y="381000"/>
            <a:ext cx="60960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79510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kstvak 2">
            <a:extLst>
              <a:ext uri="{FF2B5EF4-FFF2-40B4-BE49-F238E27FC236}">
                <a16:creationId xmlns:a16="http://schemas.microsoft.com/office/drawing/2014/main" id="{5D0D7835-BAB7-9E9A-440E-6710CC10C033}"/>
              </a:ext>
            </a:extLst>
          </p:cNvPr>
          <p:cNvSpPr txBox="1"/>
          <p:nvPr/>
        </p:nvSpPr>
        <p:spPr>
          <a:xfrm>
            <a:off x="3345642" y="1305341"/>
            <a:ext cx="6007363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nl-BE" sz="36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toevoegen</a:t>
            </a:r>
          </a:p>
          <a:p>
            <a:pPr>
              <a:lnSpc>
                <a:spcPct val="150000"/>
              </a:lnSpc>
            </a:pPr>
            <a:endParaRPr lang="nl-BE" sz="36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>
              <a:lnSpc>
                <a:spcPct val="150000"/>
              </a:lnSpc>
            </a:pPr>
            <a:r>
              <a:rPr lang="nl-BE" sz="36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aanpassen</a:t>
            </a:r>
          </a:p>
          <a:p>
            <a:pPr>
              <a:lnSpc>
                <a:spcPct val="150000"/>
              </a:lnSpc>
            </a:pPr>
            <a:endParaRPr lang="nl-BE" sz="36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>
              <a:lnSpc>
                <a:spcPct val="150000"/>
              </a:lnSpc>
            </a:pPr>
            <a:r>
              <a:rPr lang="nl-BE" sz="36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verwijderen</a:t>
            </a:r>
            <a:endParaRPr lang="nl-BE" sz="24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pic>
        <p:nvPicPr>
          <p:cNvPr id="6" name="Afbeelding 5" descr="Afbeelding met persoon, Menselijk gezicht, jongen, wang&#10;&#10;Door AI gegenereerde inhoud is mogelijk onjuist.">
            <a:extLst>
              <a:ext uri="{FF2B5EF4-FFF2-40B4-BE49-F238E27FC236}">
                <a16:creationId xmlns:a16="http://schemas.microsoft.com/office/drawing/2014/main" id="{FF0DA9EE-CC94-A4CA-DFC9-39BD8D02C8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8615" y="957377"/>
            <a:ext cx="1581368" cy="1581368"/>
          </a:xfrm>
          <a:prstGeom prst="rect">
            <a:avLst/>
          </a:prstGeom>
        </p:spPr>
      </p:pic>
      <p:pic>
        <p:nvPicPr>
          <p:cNvPr id="14" name="Afbeelding 13" descr="Afbeelding met Menselijk gezicht, kleding, persoon, person&#10;&#10;Door AI gegenereerde inhoud is mogelijk onjuist.">
            <a:extLst>
              <a:ext uri="{FF2B5EF4-FFF2-40B4-BE49-F238E27FC236}">
                <a16:creationId xmlns:a16="http://schemas.microsoft.com/office/drawing/2014/main" id="{D3E605E5-C8E5-8004-B1DC-A12920E469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8615" y="2638315"/>
            <a:ext cx="1581368" cy="1581368"/>
          </a:xfrm>
          <a:prstGeom prst="rect">
            <a:avLst/>
          </a:prstGeom>
        </p:spPr>
      </p:pic>
      <p:pic>
        <p:nvPicPr>
          <p:cNvPr id="16" name="Afbeelding 15" descr="Afbeelding met licht, rood, lamp&#10;&#10;Door AI gegenereerde inhoud is mogelijk onjuist.">
            <a:extLst>
              <a:ext uri="{FF2B5EF4-FFF2-40B4-BE49-F238E27FC236}">
                <a16:creationId xmlns:a16="http://schemas.microsoft.com/office/drawing/2014/main" id="{0BE9D5BA-89F1-105C-9F19-4FD53978F11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8615" y="4319253"/>
            <a:ext cx="1581368" cy="1581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6865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kstvak 3">
            <a:extLst>
              <a:ext uri="{FF2B5EF4-FFF2-40B4-BE49-F238E27FC236}">
                <a16:creationId xmlns:a16="http://schemas.microsoft.com/office/drawing/2014/main" id="{A0F92877-EDDE-0B33-2A61-0511310FEC0E}"/>
              </a:ext>
            </a:extLst>
          </p:cNvPr>
          <p:cNvSpPr txBox="1"/>
          <p:nvPr/>
        </p:nvSpPr>
        <p:spPr>
          <a:xfrm>
            <a:off x="968202" y="2172733"/>
            <a:ext cx="10148316" cy="3955314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nl-BE" sz="2400" dirty="0">
                <a:hlinkClick r:id="rId2"/>
              </a:rPr>
              <a:t>Anzegem</a:t>
            </a:r>
            <a:endParaRPr lang="nl-BE" sz="24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nl-BE" sz="2400" dirty="0">
                <a:hlinkClick r:id="rId3"/>
              </a:rPr>
              <a:t>Avelgem</a:t>
            </a:r>
            <a:endParaRPr lang="nl-BE" sz="24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nl-BE" sz="2400" dirty="0">
                <a:hlinkClick r:id="rId4"/>
              </a:rPr>
              <a:t>Deerlijk</a:t>
            </a:r>
            <a:endParaRPr lang="nl-BE" sz="24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nl-BE" sz="2400" dirty="0">
                <a:hlinkClick r:id="rId5"/>
              </a:rPr>
              <a:t>Harelbeke</a:t>
            </a:r>
            <a:endParaRPr lang="nl-BE" sz="24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nl-BE" sz="2400" dirty="0">
                <a:hlinkClick r:id="rId6"/>
              </a:rPr>
              <a:t>Kortrijk</a:t>
            </a:r>
            <a:endParaRPr lang="nl-BE" sz="24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nl-BE" sz="2400" dirty="0">
                <a:hlinkClick r:id="rId7"/>
              </a:rPr>
              <a:t>Kuurne</a:t>
            </a:r>
            <a:endParaRPr lang="nl-BE" sz="24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nl-BE" sz="2400" dirty="0">
                <a:hlinkClick r:id="rId8"/>
              </a:rPr>
              <a:t>Lendelede</a:t>
            </a:r>
            <a:endParaRPr lang="nl-BE" sz="24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nl-BE" sz="2400" dirty="0">
                <a:hlinkClick r:id="rId9"/>
              </a:rPr>
              <a:t>Menen</a:t>
            </a:r>
            <a:endParaRPr lang="nl-BE" sz="24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nl-BE" sz="2400" dirty="0">
                <a:hlinkClick r:id="rId10"/>
              </a:rPr>
              <a:t>Spiere-Helkijn</a:t>
            </a:r>
            <a:endParaRPr lang="nl-BE" sz="24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nl-BE" sz="2400" dirty="0">
                <a:hlinkClick r:id="rId11"/>
              </a:rPr>
              <a:t>Waregem</a:t>
            </a:r>
            <a:endParaRPr lang="nl-BE" sz="24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nl-BE" sz="2400" dirty="0">
                <a:hlinkClick r:id="rId12"/>
              </a:rPr>
              <a:t>Wervik</a:t>
            </a:r>
            <a:endParaRPr lang="nl-BE" sz="24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nl-BE" sz="2400" dirty="0">
                <a:hlinkClick r:id="rId13"/>
              </a:rPr>
              <a:t>Wevelgem</a:t>
            </a:r>
            <a:endParaRPr lang="nl-BE" sz="24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nl-BE" sz="2400" dirty="0">
                <a:hlinkClick r:id="rId14"/>
              </a:rPr>
              <a:t>Zwevegem</a:t>
            </a:r>
            <a:endParaRPr lang="nl-BE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5" name="Tekstvak 4">
            <a:extLst>
              <a:ext uri="{FF2B5EF4-FFF2-40B4-BE49-F238E27FC236}">
                <a16:creationId xmlns:a16="http://schemas.microsoft.com/office/drawing/2014/main" id="{161F33BF-B237-C4DB-56DE-B8C4A37A622F}"/>
              </a:ext>
            </a:extLst>
          </p:cNvPr>
          <p:cNvSpPr txBox="1"/>
          <p:nvPr/>
        </p:nvSpPr>
        <p:spPr>
          <a:xfrm>
            <a:off x="968202" y="1126188"/>
            <a:ext cx="68643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32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Aanwezigheid fietsinfra onbekend:</a:t>
            </a:r>
          </a:p>
        </p:txBody>
      </p:sp>
    </p:spTree>
    <p:extLst>
      <p:ext uri="{BB962C8B-B14F-4D97-AF65-F5344CB8AC3E}">
        <p14:creationId xmlns:p14="http://schemas.microsoft.com/office/powerpoint/2010/main" val="74809304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118201-2BF4-0150-FDA4-5B619735C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kstvak 3">
            <a:extLst>
              <a:ext uri="{FF2B5EF4-FFF2-40B4-BE49-F238E27FC236}">
                <a16:creationId xmlns:a16="http://schemas.microsoft.com/office/drawing/2014/main" id="{ABE61BF2-DD5B-5718-430C-321F08915DE6}"/>
              </a:ext>
            </a:extLst>
          </p:cNvPr>
          <p:cNvSpPr txBox="1"/>
          <p:nvPr/>
        </p:nvSpPr>
        <p:spPr>
          <a:xfrm>
            <a:off x="968202" y="2172733"/>
            <a:ext cx="1014831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nl-BE" sz="24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oppervlak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nl-BE" sz="24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verlicht (ja/nee)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nl-BE" sz="24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eenrichtingsverkeer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nl-BE" sz="24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nl-BE" sz="24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oneway:bicycle</a:t>
            </a:r>
            <a:r>
              <a:rPr lang="nl-BE" sz="24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= </a:t>
            </a:r>
            <a:r>
              <a:rPr lang="nl-BE" sz="24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yes|no</a:t>
            </a:r>
            <a:r>
              <a:rPr lang="nl-BE" sz="24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in de tags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nl-BE" sz="24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...</a:t>
            </a:r>
          </a:p>
        </p:txBody>
      </p:sp>
      <p:sp>
        <p:nvSpPr>
          <p:cNvPr id="5" name="Tekstvak 4">
            <a:extLst>
              <a:ext uri="{FF2B5EF4-FFF2-40B4-BE49-F238E27FC236}">
                <a16:creationId xmlns:a16="http://schemas.microsoft.com/office/drawing/2014/main" id="{A2C1EEF9-B53D-8815-3ABA-973043693AD1}"/>
              </a:ext>
            </a:extLst>
          </p:cNvPr>
          <p:cNvSpPr txBox="1"/>
          <p:nvPr/>
        </p:nvSpPr>
        <p:spPr>
          <a:xfrm>
            <a:off x="968202" y="1126188"/>
            <a:ext cx="49327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32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... terwijl je bezig bent ...</a:t>
            </a:r>
          </a:p>
        </p:txBody>
      </p:sp>
    </p:spTree>
    <p:extLst>
      <p:ext uri="{BB962C8B-B14F-4D97-AF65-F5344CB8AC3E}">
        <p14:creationId xmlns:p14="http://schemas.microsoft.com/office/powerpoint/2010/main" val="108543090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Afbeelding 25" descr="Afbeelding met Graphics, schermopname, grafische vormgeving&#10;&#10;Door AI gegenereerde inhoud is mogelijk onjuist.">
            <a:extLst>
              <a:ext uri="{FF2B5EF4-FFF2-40B4-BE49-F238E27FC236}">
                <a16:creationId xmlns:a16="http://schemas.microsoft.com/office/drawing/2014/main" id="{1738291E-D019-15AA-3F34-BA7D0B735D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870" y="4471483"/>
            <a:ext cx="2902795" cy="1632822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F0A1EB68-68DA-FA61-A8FD-F129CA6610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116518" y="196770"/>
            <a:ext cx="909577" cy="909577"/>
          </a:xfrm>
          <a:prstGeom prst="rect">
            <a:avLst/>
          </a:prstGeom>
        </p:spPr>
      </p:pic>
      <p:pic>
        <p:nvPicPr>
          <p:cNvPr id="18" name="Afbeelding 17" descr="Afbeelding met tekst, Lettertype, Graphics, schermopname&#10;&#10;Door AI gegenereerde inhoud is mogelijk onjuist.">
            <a:extLst>
              <a:ext uri="{FF2B5EF4-FFF2-40B4-BE49-F238E27FC236}">
                <a16:creationId xmlns:a16="http://schemas.microsoft.com/office/drawing/2014/main" id="{AC85B912-0892-AFE8-91ED-169340D3C9C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5019" y="4971448"/>
            <a:ext cx="3221958" cy="632893"/>
          </a:xfrm>
          <a:prstGeom prst="rect">
            <a:avLst/>
          </a:prstGeom>
        </p:spPr>
      </p:pic>
      <p:pic>
        <p:nvPicPr>
          <p:cNvPr id="24" name="Afbeelding 23" descr="Afbeelding met Lettertype, tekst, Graphics, schermopname&#10;&#10;Door AI gegenereerde inhoud is mogelijk onjuist.">
            <a:extLst>
              <a:ext uri="{FF2B5EF4-FFF2-40B4-BE49-F238E27FC236}">
                <a16:creationId xmlns:a16="http://schemas.microsoft.com/office/drawing/2014/main" id="{DB85EFC5-34DB-D1D9-4AAA-4928CAD55A1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3865" y="3036865"/>
            <a:ext cx="2696547" cy="1139183"/>
          </a:xfrm>
          <a:prstGeom prst="rect">
            <a:avLst/>
          </a:prstGeom>
        </p:spPr>
      </p:pic>
      <p:pic>
        <p:nvPicPr>
          <p:cNvPr id="28" name="Afbeelding 27" descr="Afbeelding met schermopname, Graphics, Lettertype, grafische vormgeving&#10;&#10;Door AI gegenereerde inhoud is mogelijk onjuist.">
            <a:extLst>
              <a:ext uri="{FF2B5EF4-FFF2-40B4-BE49-F238E27FC236}">
                <a16:creationId xmlns:a16="http://schemas.microsoft.com/office/drawing/2014/main" id="{99B6B721-27C5-99E2-CBE9-ADB92BCB690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7060" y="4886364"/>
            <a:ext cx="2190159" cy="803059"/>
          </a:xfrm>
          <a:prstGeom prst="rect">
            <a:avLst/>
          </a:prstGeom>
        </p:spPr>
      </p:pic>
      <p:pic>
        <p:nvPicPr>
          <p:cNvPr id="30" name="Afbeelding 29" descr="Afbeelding met Lettertype, Graphics, logo, grafische vormgeving&#10;&#10;Door AI gegenereerde inhoud is mogelijk onjuist.">
            <a:extLst>
              <a:ext uri="{FF2B5EF4-FFF2-40B4-BE49-F238E27FC236}">
                <a16:creationId xmlns:a16="http://schemas.microsoft.com/office/drawing/2014/main" id="{BEB4FC14-A6F0-EAA9-B655-1D9D90FA792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5019" y="3214328"/>
            <a:ext cx="3221958" cy="784259"/>
          </a:xfrm>
          <a:prstGeom prst="rect">
            <a:avLst/>
          </a:prstGeom>
        </p:spPr>
      </p:pic>
      <p:grpSp>
        <p:nvGrpSpPr>
          <p:cNvPr id="38" name="Groep 37">
            <a:extLst>
              <a:ext uri="{FF2B5EF4-FFF2-40B4-BE49-F238E27FC236}">
                <a16:creationId xmlns:a16="http://schemas.microsoft.com/office/drawing/2014/main" id="{17D73D88-AD25-EFE5-3865-D405B9122EA7}"/>
              </a:ext>
            </a:extLst>
          </p:cNvPr>
          <p:cNvGrpSpPr/>
          <p:nvPr/>
        </p:nvGrpSpPr>
        <p:grpSpPr>
          <a:xfrm>
            <a:off x="612847" y="3182272"/>
            <a:ext cx="3388840" cy="848368"/>
            <a:chOff x="3758665" y="753695"/>
            <a:chExt cx="3388840" cy="848368"/>
          </a:xfrm>
        </p:grpSpPr>
        <p:pic>
          <p:nvPicPr>
            <p:cNvPr id="12" name="Afbeelding 11">
              <a:extLst>
                <a:ext uri="{FF2B5EF4-FFF2-40B4-BE49-F238E27FC236}">
                  <a16:creationId xmlns:a16="http://schemas.microsoft.com/office/drawing/2014/main" id="{B3B4FB3E-F828-38D2-B2C3-17A8C68B69F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58665" y="753695"/>
              <a:ext cx="848368" cy="848368"/>
            </a:xfrm>
            <a:prstGeom prst="rect">
              <a:avLst/>
            </a:prstGeom>
          </p:spPr>
        </p:pic>
        <p:sp>
          <p:nvSpPr>
            <p:cNvPr id="37" name="Tekstvak 36">
              <a:extLst>
                <a:ext uri="{FF2B5EF4-FFF2-40B4-BE49-F238E27FC236}">
                  <a16:creationId xmlns:a16="http://schemas.microsoft.com/office/drawing/2014/main" id="{E4BC977B-52A1-CE1B-04F6-93566EC6D6DB}"/>
                </a:ext>
              </a:extLst>
            </p:cNvPr>
            <p:cNvSpPr txBox="1"/>
            <p:nvPr/>
          </p:nvSpPr>
          <p:spPr>
            <a:xfrm>
              <a:off x="4427455" y="955732"/>
              <a:ext cx="2720050" cy="64633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nl-BE" sz="3600" dirty="0">
                  <a:solidFill>
                    <a:srgbClr val="FFC000"/>
                  </a:solidFill>
                  <a:latin typeface="Sans Serif Collection" panose="020B0502040504020204" pitchFamily="34" charset="0"/>
                  <a:ea typeface="Sans Serif Collection" panose="020B0502040504020204" pitchFamily="34" charset="0"/>
                  <a:cs typeface="Sans Serif Collection" panose="020B0502040504020204" pitchFamily="34" charset="0"/>
                </a:rPr>
                <a:t>ANYWAYS</a:t>
              </a:r>
              <a:endParaRPr lang="nl-BE" sz="2400" dirty="0">
                <a:solidFill>
                  <a:srgbClr val="FFC000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endParaRPr>
            </a:p>
          </p:txBody>
        </p:sp>
      </p:grpSp>
      <p:sp>
        <p:nvSpPr>
          <p:cNvPr id="39" name="Tekstvak 38">
            <a:extLst>
              <a:ext uri="{FF2B5EF4-FFF2-40B4-BE49-F238E27FC236}">
                <a16:creationId xmlns:a16="http://schemas.microsoft.com/office/drawing/2014/main" id="{45235310-BA65-8F2B-B4D5-0D5802CBF833}"/>
              </a:ext>
            </a:extLst>
          </p:cNvPr>
          <p:cNvSpPr txBox="1"/>
          <p:nvPr/>
        </p:nvSpPr>
        <p:spPr>
          <a:xfrm>
            <a:off x="2241417" y="1718247"/>
            <a:ext cx="770916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28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With</a:t>
            </a:r>
            <a:r>
              <a:rPr lang="nl-BE" sz="28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nl-BE" sz="28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the</a:t>
            </a:r>
            <a:r>
              <a:rPr lang="nl-BE" sz="28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support of </a:t>
            </a:r>
            <a:r>
              <a:rPr lang="nl-BE" sz="28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our</a:t>
            </a:r>
            <a:r>
              <a:rPr lang="nl-BE" sz="28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corporate members:</a:t>
            </a:r>
          </a:p>
        </p:txBody>
      </p:sp>
    </p:spTree>
    <p:extLst>
      <p:ext uri="{BB962C8B-B14F-4D97-AF65-F5344CB8AC3E}">
        <p14:creationId xmlns:p14="http://schemas.microsoft.com/office/powerpoint/2010/main" val="322656294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9F56F1-4C39-2C77-034D-2BA4AD4017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D4F6F930-A34F-AC78-299D-6A1CA0AF4C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16518" y="196770"/>
            <a:ext cx="909577" cy="909577"/>
          </a:xfrm>
          <a:prstGeom prst="rect">
            <a:avLst/>
          </a:prstGeom>
        </p:spPr>
      </p:pic>
      <p:sp>
        <p:nvSpPr>
          <p:cNvPr id="3" name="Tekstvak 2">
            <a:extLst>
              <a:ext uri="{FF2B5EF4-FFF2-40B4-BE49-F238E27FC236}">
                <a16:creationId xmlns:a16="http://schemas.microsoft.com/office/drawing/2014/main" id="{A2502076-DE83-50FB-7B01-64A71E170611}"/>
              </a:ext>
            </a:extLst>
          </p:cNvPr>
          <p:cNvSpPr txBox="1"/>
          <p:nvPr/>
        </p:nvSpPr>
        <p:spPr>
          <a:xfrm>
            <a:off x="968202" y="1728600"/>
            <a:ext cx="10148316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nl-BE" sz="2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achtergrondkaart: </a:t>
            </a:r>
            <a:r>
              <a:rPr kumimoji="0" lang="nl-BE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  <a:hlinkClick r:id="rId4"/>
              </a:rPr>
              <a:t>© </a:t>
            </a:r>
            <a:r>
              <a:rPr kumimoji="0" lang="nl-BE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  <a:hlinkClick r:id="rId4"/>
              </a:rPr>
              <a:t>MapTiler</a:t>
            </a:r>
            <a:r>
              <a:rPr kumimoji="0" lang="nl-BE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nl-BE" sz="2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  <a:hlinkClick r:id="rId5"/>
              </a:rPr>
              <a:t>© </a:t>
            </a:r>
            <a:r>
              <a:rPr lang="nl-BE" sz="2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  <a:hlinkClick r:id="rId5"/>
              </a:rPr>
              <a:t>OpenStreetMap</a:t>
            </a:r>
            <a:r>
              <a:rPr lang="nl-BE" sz="2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  <a:hlinkClick r:id="rId5"/>
              </a:rPr>
              <a:t> </a:t>
            </a:r>
            <a:r>
              <a:rPr lang="nl-BE" sz="2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  <a:hlinkClick r:id="rId5"/>
              </a:rPr>
              <a:t>contributors</a:t>
            </a:r>
            <a:endParaRPr lang="nl-BE" sz="20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nl-BE" sz="2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  <a:hlinkClick r:id="rId6"/>
              </a:rPr>
              <a:t>Brecht Lauwers – “Van frituren tot laadpalen”</a:t>
            </a:r>
            <a:endParaRPr lang="nl-BE" sz="20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nl-BE" sz="2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  <a:hlinkClick r:id="rId7"/>
              </a:rPr>
              <a:t>Pascal Neis - OSM statistieken voor België</a:t>
            </a:r>
            <a:endParaRPr lang="nl-BE" sz="20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nl-BE" sz="2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OpenStreetMap</a:t>
            </a:r>
            <a:r>
              <a:rPr lang="nl-BE" sz="2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België – contact </a:t>
            </a:r>
            <a:r>
              <a:rPr lang="nl-BE" sz="2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us</a:t>
            </a:r>
            <a:r>
              <a:rPr lang="nl-BE" sz="2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nl-BE" sz="2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  <a:hlinkClick r:id="rId8"/>
              </a:rPr>
              <a:t>https://openstreetmap.be/contact.html</a:t>
            </a:r>
            <a:endParaRPr lang="nl-BE" sz="20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nl-BE" sz="2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  <a:hlinkClick r:id="rId9"/>
              </a:rPr>
              <a:t>Magic Earth </a:t>
            </a:r>
            <a:endParaRPr lang="nl-BE" sz="20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nl-BE" sz="2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Mapillary</a:t>
            </a:r>
            <a:r>
              <a:rPr lang="nl-BE" sz="2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: </a:t>
            </a:r>
            <a:r>
              <a:rPr lang="nl-BE" sz="2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  <a:hlinkClick r:id="rId10"/>
              </a:rPr>
              <a:t>https://www.mapillary.com/app/</a:t>
            </a:r>
            <a:endParaRPr lang="nl-BE" sz="20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nl-BE" sz="2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meer info over het mappen van fietsinfrastructuur: </a:t>
            </a:r>
            <a:r>
              <a:rPr lang="nl-BE" sz="2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  <a:hlinkClick r:id="rId11"/>
              </a:rPr>
              <a:t>https://wiki.openstreetmap.org/wiki/Bicycle#Cycle_features</a:t>
            </a:r>
            <a:endParaRPr lang="nl-BE" sz="20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nl-BE" sz="24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4" name="Tekstvak 3">
            <a:extLst>
              <a:ext uri="{FF2B5EF4-FFF2-40B4-BE49-F238E27FC236}">
                <a16:creationId xmlns:a16="http://schemas.microsoft.com/office/drawing/2014/main" id="{57070471-0010-466C-D256-EB99236B72E2}"/>
              </a:ext>
            </a:extLst>
          </p:cNvPr>
          <p:cNvSpPr txBox="1"/>
          <p:nvPr/>
        </p:nvSpPr>
        <p:spPr>
          <a:xfrm>
            <a:off x="968202" y="682055"/>
            <a:ext cx="31277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32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Credits</a:t>
            </a:r>
            <a:r>
              <a:rPr lang="nl-BE" sz="32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en links</a:t>
            </a:r>
            <a:endParaRPr lang="nl-BE" sz="28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2798872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596</TotalTime>
  <Words>510</Words>
  <Application>Microsoft Office PowerPoint</Application>
  <PresentationFormat>Breedbeeld</PresentationFormat>
  <Paragraphs>86</Paragraphs>
  <Slides>36</Slides>
  <Notes>10</Notes>
  <HiddenSlides>3</HiddenSlides>
  <MMClips>0</MMClips>
  <ScaleCrop>false</ScaleCrop>
  <HeadingPairs>
    <vt:vector size="6" baseType="variant">
      <vt:variant>
        <vt:lpstr>Gebruikte lettertypen</vt:lpstr>
      </vt:variant>
      <vt:variant>
        <vt:i4>4</vt:i4>
      </vt:variant>
      <vt:variant>
        <vt:lpstr>Thema</vt:lpstr>
      </vt:variant>
      <vt:variant>
        <vt:i4>1</vt:i4>
      </vt:variant>
      <vt:variant>
        <vt:lpstr>Diatitels</vt:lpstr>
      </vt:variant>
      <vt:variant>
        <vt:i4>36</vt:i4>
      </vt:variant>
    </vt:vector>
  </HeadingPairs>
  <TitlesOfParts>
    <vt:vector size="41" baseType="lpstr">
      <vt:lpstr>Aptos</vt:lpstr>
      <vt:lpstr>Aptos Display</vt:lpstr>
      <vt:lpstr>Arial</vt:lpstr>
      <vt:lpstr>Sans Serif Collection</vt:lpstr>
      <vt:lpstr>Kantoorthema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Seppe Santens</dc:creator>
  <cp:lastModifiedBy>Seppe Santens</cp:lastModifiedBy>
  <cp:revision>6</cp:revision>
  <cp:lastPrinted>2025-12-02T15:50:27Z</cp:lastPrinted>
  <dcterms:created xsi:type="dcterms:W3CDTF">2025-11-29T11:15:39Z</dcterms:created>
  <dcterms:modified xsi:type="dcterms:W3CDTF">2026-02-04T21:47:01Z</dcterms:modified>
</cp:coreProperties>
</file>